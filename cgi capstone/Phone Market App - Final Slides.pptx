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13"/>
  </p:notesMasterIdLst>
  <p:sldIdLst>
    <p:sldId id="520" r:id="rId3"/>
    <p:sldId id="493" r:id="rId4"/>
    <p:sldId id="463" r:id="rId5"/>
    <p:sldId id="521" r:id="rId6"/>
    <p:sldId id="525" r:id="rId7"/>
    <p:sldId id="522" r:id="rId8"/>
    <p:sldId id="523" r:id="rId9"/>
    <p:sldId id="526" r:id="rId10"/>
    <p:sldId id="524" r:id="rId11"/>
    <p:sldId id="45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omingo, Arr Belrey L" initials="DABL" lastIdx="1" clrIdx="0">
    <p:extLst>
      <p:ext uri="{19B8F6BF-5375-455C-9EA6-DF929625EA0E}">
        <p15:presenceInfo xmlns:p15="http://schemas.microsoft.com/office/powerpoint/2012/main" userId="S-1-5-21-3641078771-3653456904-245653651-225970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4593" autoAdjust="0"/>
  </p:normalViewPr>
  <p:slideViewPr>
    <p:cSldViewPr snapToGrid="0">
      <p:cViewPr varScale="1">
        <p:scale>
          <a:sx n="58" d="100"/>
          <a:sy n="58" d="100"/>
        </p:scale>
        <p:origin x="141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1D1A68-EA74-497D-ADFF-B8640C5E2531}" type="datetimeFigureOut">
              <a:rPr lang="en-US" smtClean="0"/>
              <a:t>4/14/2022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51D8A2-68EE-4E84-B0E0-5C770E323274}" type="slidenum">
              <a:rPr lang="en-US" smtClean="0"/>
              <a:t>‹#›</a:t>
            </a:fld>
            <a:endParaRPr lang="en-US"/>
          </a:p>
        </p:txBody>
      </p:sp>
    </p:spTree>
    <p:extLst>
      <p:ext uri="{BB962C8B-B14F-4D97-AF65-F5344CB8AC3E}">
        <p14:creationId xmlns:p14="http://schemas.microsoft.com/office/powerpoint/2010/main" val="38583489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a:t>
            </a:r>
          </a:p>
          <a:p>
            <a:r>
              <a:rPr lang="en-US" dirty="0"/>
              <a:t>Very good morning people of Canada. Good morning, good afternoon or good evening from the other side. As they say, learning should never stop and learning must be a continuous process. That being said, with over the past 13 weeks of our Full-stack development training program, we definitely learned a lot. From building frontend and backend of an application to interacting with the databases in order to provide necessary information to the application user and to deploying our application using clouds, its no doubt worth our time and effort.   </a:t>
            </a:r>
          </a:p>
          <a:p>
            <a:endParaRPr lang="en-US" dirty="0"/>
          </a:p>
          <a:p>
            <a:r>
              <a:rPr lang="en-US" dirty="0"/>
              <a:t>This bootcamp training has come to an end now and we are so grateful to present our capstone project. We are the team who created the "Phone Market App". I am Arr who will talk about Problem Statement as well as the Solution. Next week Ill be joining Infrastructure account of CGI. And </a:t>
            </a:r>
            <a:r>
              <a:rPr lang="en-US" sz="1200" b="0" i="0" kern="1200" dirty="0">
                <a:solidFill>
                  <a:schemeClr val="tx1"/>
                </a:solidFill>
                <a:effectLst/>
                <a:latin typeface="+mn-lt"/>
                <a:ea typeface="+mn-ea"/>
                <a:cs typeface="+mn-cs"/>
              </a:rPr>
              <a:t>I will let the other team members introduce themselves. Give it a shut guys.</a:t>
            </a:r>
          </a:p>
          <a:p>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(Other member talks……)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So thank you everyone for introducing yourself and making my job easy.</a:t>
            </a:r>
            <a:r>
              <a:rPr lang="en-US" dirty="0"/>
              <a:t>[click]</a:t>
            </a:r>
          </a:p>
        </p:txBody>
      </p:sp>
      <p:sp>
        <p:nvSpPr>
          <p:cNvPr id="4" name="Slide Number Placeholder 3"/>
          <p:cNvSpPr>
            <a:spLocks noGrp="1"/>
          </p:cNvSpPr>
          <p:nvPr>
            <p:ph type="sldNum" sz="quarter" idx="5"/>
          </p:nvPr>
        </p:nvSpPr>
        <p:spPr/>
        <p:txBody>
          <a:bodyPr/>
          <a:lstStyle/>
          <a:p>
            <a:fld id="{3B51D8A2-68EE-4E84-B0E0-5C770E323274}" type="slidenum">
              <a:rPr lang="en-US" smtClean="0"/>
              <a:t>1</a:t>
            </a:fld>
            <a:endParaRPr lang="en-US"/>
          </a:p>
        </p:txBody>
      </p:sp>
    </p:spTree>
    <p:extLst>
      <p:ext uri="{BB962C8B-B14F-4D97-AF65-F5344CB8AC3E}">
        <p14:creationId xmlns:p14="http://schemas.microsoft.com/office/powerpoint/2010/main" val="16319817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a:t>
            </a:r>
          </a:p>
          <a:p>
            <a:r>
              <a:rPr lang="en-US" dirty="0"/>
              <a:t>Moving on, these are the agenda of todays presentation. First off is the problem statement that </a:t>
            </a:r>
            <a:r>
              <a:rPr lang="en-US" dirty="0" err="1"/>
              <a:t>Im</a:t>
            </a:r>
            <a:r>
              <a:rPr lang="en-US" dirty="0"/>
              <a:t> going to discuss together with the solution. Technologies Used and Application Architecture to be discussed by Kieran. And finally, the application demonstration/functionalities to be conducted by Calvin and Sandeep. </a:t>
            </a:r>
          </a:p>
          <a:p>
            <a:endParaRPr lang="en-US" dirty="0"/>
          </a:p>
          <a:p>
            <a:r>
              <a:rPr lang="en-US" dirty="0"/>
              <a:t>As a house rule, if you have any questions, please hold </a:t>
            </a:r>
            <a:r>
              <a:rPr lang="en-US" dirty="0" err="1"/>
              <a:t>til</a:t>
            </a:r>
            <a:r>
              <a:rPr lang="en-US" dirty="0"/>
              <a:t> the end of the presentation. </a:t>
            </a:r>
          </a:p>
          <a:p>
            <a:endParaRPr lang="en-US" dirty="0"/>
          </a:p>
          <a:p>
            <a:r>
              <a:rPr lang="en-US" dirty="0"/>
              <a:t>So without any further ado, lets jump into it! [2 minutes]</a:t>
            </a:r>
          </a:p>
          <a:p>
            <a:endParaRPr lang="en-US" dirty="0"/>
          </a:p>
        </p:txBody>
      </p:sp>
      <p:sp>
        <p:nvSpPr>
          <p:cNvPr id="4" name="Slide Number Placeholder 3"/>
          <p:cNvSpPr>
            <a:spLocks noGrp="1"/>
          </p:cNvSpPr>
          <p:nvPr>
            <p:ph type="sldNum" sz="quarter" idx="10"/>
          </p:nvPr>
        </p:nvSpPr>
        <p:spPr/>
        <p:txBody>
          <a:bodyPr/>
          <a:lstStyle/>
          <a:p>
            <a:fld id="{20B9C825-F38E-45BB-92C1-043DE61C9183}" type="slidenum">
              <a:rPr lang="en-CA" smtClean="0"/>
              <a:pPr/>
              <a:t>2</a:t>
            </a:fld>
            <a:endParaRPr lang="en-CA" dirty="0"/>
          </a:p>
        </p:txBody>
      </p:sp>
    </p:spTree>
    <p:extLst>
      <p:ext uri="{BB962C8B-B14F-4D97-AF65-F5344CB8AC3E}">
        <p14:creationId xmlns:p14="http://schemas.microsoft.com/office/powerpoint/2010/main" val="17431389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[3]</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The company we work-on currently has a website to showcase the phone products available in their store. [click]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However, the current system has several </a:t>
            </a:r>
            <a:r>
              <a:rPr lang="en-CA" b="1" dirty="0"/>
              <a:t>limitations </a:t>
            </a:r>
            <a:r>
              <a:rPr lang="en-CA" b="0" dirty="0"/>
              <a:t>where customer always complain about the product</a:t>
            </a:r>
            <a:r>
              <a:rPr lang="en-CA" dirty="0"/>
              <a:t> and as part of company’s transformation, they are </a:t>
            </a:r>
            <a:r>
              <a:rPr lang="en-CA" sz="1200" dirty="0"/>
              <a:t>looking for a digital solution to market and sell their product. [click]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Also, the company is par behind their </a:t>
            </a:r>
            <a:r>
              <a:rPr lang="en-CA" b="1" dirty="0"/>
              <a:t>competitor</a:t>
            </a:r>
            <a:r>
              <a:rPr lang="en-CA" dirty="0"/>
              <a:t>. Most of their competitors </a:t>
            </a:r>
            <a:r>
              <a:rPr lang="en-US" sz="1200" kern="1200" dirty="0">
                <a:solidFill>
                  <a:schemeClr val="tx1"/>
                </a:solidFill>
                <a:effectLst/>
                <a:latin typeface="+mn-lt"/>
                <a:ea typeface="+mn-ea"/>
                <a:cs typeface="+mn-cs"/>
              </a:rPr>
              <a:t>have launched an e-commerce solutions to make it convenient for customers to buy products without the need to visit a store. </a:t>
            </a:r>
            <a:r>
              <a:rPr lang="en-CA" dirty="0"/>
              <a:t>[click]</a:t>
            </a: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A</a:t>
            </a:r>
            <a:r>
              <a:rPr lang="en-US" sz="1200" kern="1200" dirty="0" err="1">
                <a:solidFill>
                  <a:schemeClr val="tx1"/>
                </a:solidFill>
                <a:effectLst/>
                <a:latin typeface="+mn-lt"/>
                <a:ea typeface="+mn-ea"/>
                <a:cs typeface="+mn-cs"/>
              </a:rPr>
              <a:t>ll</a:t>
            </a:r>
            <a:r>
              <a:rPr lang="en-US" sz="1200" kern="1200" dirty="0">
                <a:solidFill>
                  <a:schemeClr val="tx1"/>
                </a:solidFill>
                <a:effectLst/>
                <a:latin typeface="+mn-lt"/>
                <a:ea typeface="+mn-ea"/>
                <a:cs typeface="+mn-cs"/>
              </a:rPr>
              <a:t> of these factors affects the sales of the company which has resulted in a loss of </a:t>
            </a:r>
            <a:r>
              <a:rPr lang="en-US" sz="1200" b="1" kern="1200" dirty="0">
                <a:solidFill>
                  <a:schemeClr val="tx1"/>
                </a:solidFill>
                <a:effectLst/>
                <a:latin typeface="+mn-lt"/>
                <a:ea typeface="+mn-ea"/>
                <a:cs typeface="+mn-cs"/>
              </a:rPr>
              <a:t>revenue. </a:t>
            </a:r>
            <a:r>
              <a:rPr lang="en-US" sz="1200" b="0" kern="1200" dirty="0">
                <a:solidFill>
                  <a:schemeClr val="tx1"/>
                </a:solidFill>
                <a:effectLst/>
                <a:latin typeface="+mn-lt"/>
                <a:ea typeface="+mn-ea"/>
                <a:cs typeface="+mn-cs"/>
              </a:rPr>
              <a:t>The company must comply with current trends of digital transformation to maximize the revenue and to make the business competitive.</a:t>
            </a:r>
            <a:r>
              <a:rPr lang="en-CA" dirty="0"/>
              <a:t>[click]</a:t>
            </a:r>
          </a:p>
          <a:p>
            <a:endParaRPr lang="en-CA" dirty="0"/>
          </a:p>
        </p:txBody>
      </p:sp>
      <p:sp>
        <p:nvSpPr>
          <p:cNvPr id="4" name="Slide Number Placeholder 3"/>
          <p:cNvSpPr>
            <a:spLocks noGrp="1"/>
          </p:cNvSpPr>
          <p:nvPr>
            <p:ph type="sldNum" sz="quarter" idx="10"/>
          </p:nvPr>
        </p:nvSpPr>
        <p:spPr/>
        <p:txBody>
          <a:bodyPr/>
          <a:lstStyle/>
          <a:p>
            <a:fld id="{20B9C825-F38E-45BB-92C1-043DE61C9183}" type="slidenum">
              <a:rPr lang="en-CA" smtClean="0"/>
              <a:pPr/>
              <a:t>3</a:t>
            </a:fld>
            <a:endParaRPr lang="en-CA" dirty="0"/>
          </a:p>
        </p:txBody>
      </p:sp>
    </p:spTree>
    <p:extLst>
      <p:ext uri="{BB962C8B-B14F-4D97-AF65-F5344CB8AC3E}">
        <p14:creationId xmlns:p14="http://schemas.microsoft.com/office/powerpoint/2010/main" val="22740687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CA" dirty="0"/>
              <a:t>[4]</a:t>
            </a:r>
          </a:p>
          <a:p>
            <a:r>
              <a:rPr lang="en-CA" dirty="0"/>
              <a:t>So to address the problem of the company and in order to increase the presence of the brand and to reach out to more customers, [click] we developed an e-commerce solution called </a:t>
            </a:r>
            <a:r>
              <a:rPr lang="en-CA" b="1" dirty="0"/>
              <a:t>Phone Market App </a:t>
            </a:r>
          </a:p>
          <a:p>
            <a:endParaRPr lang="en-CA" dirty="0"/>
          </a:p>
          <a:p>
            <a:r>
              <a:rPr lang="en-CA" dirty="0"/>
              <a:t>This phone market application is a </a:t>
            </a:r>
            <a:r>
              <a:rPr lang="en-CA" b="1" dirty="0"/>
              <a:t>modern technological platform</a:t>
            </a:r>
            <a:r>
              <a:rPr lang="en-CA" dirty="0"/>
              <a:t> that provides ease of the business. This application is use to automate the process of selling company’s phone products. The </a:t>
            </a:r>
            <a:r>
              <a:rPr lang="en-CA" b="1" dirty="0"/>
              <a:t>customers</a:t>
            </a:r>
            <a:r>
              <a:rPr lang="en-CA" dirty="0"/>
              <a:t> can basically buy phone products online as well as monitor their orders from the comfort of their homes. </a:t>
            </a:r>
          </a:p>
          <a:p>
            <a:endParaRPr lang="en-CA" dirty="0"/>
          </a:p>
          <a:p>
            <a:r>
              <a:rPr lang="en-CA" dirty="0"/>
              <a:t>This ecommerce solution is also a </a:t>
            </a:r>
            <a:r>
              <a:rPr lang="en-CA" b="1" dirty="0"/>
              <a:t>great tool </a:t>
            </a:r>
            <a:r>
              <a:rPr lang="en-CA" b="0" dirty="0"/>
              <a:t>for making customer’s life at ease in terms of ordering phone products especially in this times of a pandemic.</a:t>
            </a:r>
            <a:endParaRPr lang="en-CA" b="1" dirty="0"/>
          </a:p>
          <a:p>
            <a:endParaRPr lang="en-CA" dirty="0"/>
          </a:p>
          <a:p>
            <a:r>
              <a:rPr lang="en-CA" dirty="0"/>
              <a:t>Additionally, employees can also manage the products and orders. [click]</a:t>
            </a:r>
          </a:p>
          <a:p>
            <a:endParaRPr lang="en-CA" dirty="0"/>
          </a:p>
          <a:p>
            <a:r>
              <a:rPr lang="en-US" dirty="0"/>
              <a:t>So that’s pretty all from my end. Now Ill </a:t>
            </a:r>
            <a:r>
              <a:rPr lang="en-US" dirty="0" err="1"/>
              <a:t>gonna</a:t>
            </a:r>
            <a:r>
              <a:rPr lang="en-US" dirty="0"/>
              <a:t> pass the floor to Kieran to talk about the Technologies used in this capstone project and have a deep-dive about the application architecture.</a:t>
            </a:r>
            <a:endParaRPr lang="en-CA"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B9C825-F38E-45BB-92C1-043DE61C9183}" type="slidenum">
              <a:rPr kumimoji="0" lang="en-CA" sz="1200" b="0" i="0" u="none" strike="noStrike" kern="1200" cap="none" spc="0" normalizeH="0" baseline="0" noProof="0" smtClean="0">
                <a:ln>
                  <a:noFill/>
                </a:ln>
                <a:solidFill>
                  <a:srgbClr val="000000"/>
                </a:solidFill>
                <a:effectLst/>
                <a:uLnTx/>
                <a:uFillTx/>
                <a:latin typeface="Arial"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CA" sz="1200" b="0" i="0" u="none" strike="noStrike" kern="1200" cap="none" spc="0" normalizeH="0" baseline="0" noProof="0" dirty="0">
              <a:ln>
                <a:noFill/>
              </a:ln>
              <a:solidFill>
                <a:srgbClr val="000000"/>
              </a:solidFill>
              <a:effectLst/>
              <a:uLnTx/>
              <a:uFillTx/>
              <a:latin typeface="Arial" pitchFamily="34" charset="0"/>
              <a:ea typeface="+mn-ea"/>
              <a:cs typeface="+mn-cs"/>
            </a:endParaRPr>
          </a:p>
        </p:txBody>
      </p:sp>
    </p:spTree>
    <p:extLst>
      <p:ext uri="{BB962C8B-B14F-4D97-AF65-F5344CB8AC3E}">
        <p14:creationId xmlns:p14="http://schemas.microsoft.com/office/powerpoint/2010/main" val="14771749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The team used Gitlab as the Version Control System</a:t>
            </a:r>
          </a:p>
          <a:p>
            <a:endParaRPr lang="en-CA" dirty="0"/>
          </a:p>
          <a:p>
            <a:r>
              <a:rPr lang="en-CA" dirty="0"/>
              <a:t>C# language mainly for backend code that uses ASP.et Web API</a:t>
            </a:r>
          </a:p>
          <a:p>
            <a:endParaRPr lang="en-CA" dirty="0"/>
          </a:p>
          <a:p>
            <a:r>
              <a:rPr lang="en-CA" dirty="0"/>
              <a:t>Angular framework is use in frontend and the application design uses Material UI and Bootstrap</a:t>
            </a:r>
          </a:p>
          <a:p>
            <a:endParaRPr lang="en-CA" dirty="0"/>
          </a:p>
          <a:p>
            <a:r>
              <a:rPr lang="en-CA" dirty="0"/>
              <a:t>For the Database, we use MongoDB for unstructured DB and MySQL for the structured DB</a:t>
            </a:r>
          </a:p>
          <a:p>
            <a:endParaRPr lang="en-US" dirty="0"/>
          </a:p>
        </p:txBody>
      </p:sp>
      <p:sp>
        <p:nvSpPr>
          <p:cNvPr id="4" name="Slide Number Placeholder 3"/>
          <p:cNvSpPr>
            <a:spLocks noGrp="1"/>
          </p:cNvSpPr>
          <p:nvPr>
            <p:ph type="sldNum" sz="quarter" idx="5"/>
          </p:nvPr>
        </p:nvSpPr>
        <p:spPr/>
        <p:txBody>
          <a:bodyPr/>
          <a:lstStyle/>
          <a:p>
            <a:fld id="{3B51D8A2-68EE-4E84-B0E0-5C770E323274}" type="slidenum">
              <a:rPr lang="en-US" smtClean="0"/>
              <a:t>5</a:t>
            </a:fld>
            <a:endParaRPr lang="en-US"/>
          </a:p>
        </p:txBody>
      </p:sp>
    </p:spTree>
    <p:extLst>
      <p:ext uri="{BB962C8B-B14F-4D97-AF65-F5344CB8AC3E}">
        <p14:creationId xmlns:p14="http://schemas.microsoft.com/office/powerpoint/2010/main" val="217076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CA" dirty="0"/>
              <a:t>(paste architecture in draw.io)</a:t>
            </a:r>
          </a:p>
          <a:p>
            <a:endParaRPr lang="en-CA" dirty="0"/>
          </a:p>
          <a:p>
            <a:r>
              <a:rPr lang="en-CA" dirty="0"/>
              <a:t>This is the architecture of our application.</a:t>
            </a:r>
          </a:p>
          <a:p>
            <a:endParaRPr lang="en-CA" dirty="0"/>
          </a:p>
          <a:p>
            <a:r>
              <a:rPr lang="en-CA" dirty="0"/>
              <a:t>How it works? By using </a:t>
            </a:r>
            <a:r>
              <a:rPr lang="en-CA" dirty="0" err="1"/>
              <a:t>using</a:t>
            </a:r>
            <a:r>
              <a:rPr lang="en-CA" dirty="0"/>
              <a:t> any device (mobile, laptop, tablet), user can browse the app. It will go to the backend. First touchpoint in the backend is the API Gateway. In our app, we are using ocelot……….</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B9C825-F38E-45BB-92C1-043DE61C9183}" type="slidenum">
              <a:rPr kumimoji="0" lang="en-CA" sz="1200" b="0" i="0" u="none" strike="noStrike" kern="1200" cap="none" spc="0" normalizeH="0" baseline="0" noProof="0" smtClean="0">
                <a:ln>
                  <a:noFill/>
                </a:ln>
                <a:solidFill>
                  <a:srgbClr val="000000"/>
                </a:solidFill>
                <a:effectLst/>
                <a:uLnTx/>
                <a:uFillTx/>
                <a:latin typeface="Arial"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CA" sz="1200" b="0" i="0" u="none" strike="noStrike" kern="1200" cap="none" spc="0" normalizeH="0" baseline="0" noProof="0" dirty="0">
              <a:ln>
                <a:noFill/>
              </a:ln>
              <a:solidFill>
                <a:srgbClr val="000000"/>
              </a:solidFill>
              <a:effectLst/>
              <a:uLnTx/>
              <a:uFillTx/>
              <a:latin typeface="Arial" pitchFamily="34" charset="0"/>
              <a:ea typeface="+mn-ea"/>
              <a:cs typeface="+mn-cs"/>
            </a:endParaRPr>
          </a:p>
        </p:txBody>
      </p:sp>
    </p:spTree>
    <p:extLst>
      <p:ext uri="{BB962C8B-B14F-4D97-AF65-F5344CB8AC3E}">
        <p14:creationId xmlns:p14="http://schemas.microsoft.com/office/powerpoint/2010/main" val="23093792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171450" indent="-171450">
              <a:buFontTx/>
              <a:buChar char="-"/>
            </a:pPr>
            <a:r>
              <a:rPr lang="en-CA" dirty="0"/>
              <a:t>Homepage</a:t>
            </a:r>
          </a:p>
          <a:p>
            <a:pPr marL="171450" indent="-171450">
              <a:buFontTx/>
              <a:buChar char="-"/>
            </a:pPr>
            <a:r>
              <a:rPr lang="en-CA" dirty="0"/>
              <a:t>Register</a:t>
            </a:r>
          </a:p>
          <a:p>
            <a:pPr marL="171450" indent="-171450">
              <a:buFontTx/>
              <a:buChar char="-"/>
            </a:pPr>
            <a:r>
              <a:rPr lang="en-CA" dirty="0"/>
              <a:t>Login using email and password</a:t>
            </a:r>
          </a:p>
          <a:p>
            <a:pPr marL="171450" indent="-171450">
              <a:buFontTx/>
              <a:buChar char="-"/>
            </a:pPr>
            <a:r>
              <a:rPr lang="en-CA" dirty="0"/>
              <a:t>Product page</a:t>
            </a:r>
          </a:p>
          <a:p>
            <a:pPr marL="171450" indent="-171450">
              <a:buFontTx/>
              <a:buChar char="-"/>
            </a:pPr>
            <a:r>
              <a:rPr lang="en-CA" dirty="0"/>
              <a:t>Add product [admin]</a:t>
            </a:r>
          </a:p>
          <a:p>
            <a:pPr marL="171450" indent="-171450">
              <a:buFontTx/>
              <a:buChar char="-"/>
            </a:pPr>
            <a:r>
              <a:rPr lang="en-CA" dirty="0"/>
              <a:t>Update Product [admin]</a:t>
            </a:r>
          </a:p>
          <a:p>
            <a:pPr marL="171450" indent="-171450">
              <a:buFontTx/>
              <a:buChar char="-"/>
            </a:pPr>
            <a:r>
              <a:rPr lang="en-CA" dirty="0"/>
              <a:t>Delete product [admin]</a:t>
            </a:r>
          </a:p>
          <a:p>
            <a:pPr marL="171450" indent="-171450">
              <a:buFontTx/>
              <a:buChar char="-"/>
            </a:pPr>
            <a:r>
              <a:rPr lang="en-CA" dirty="0"/>
              <a:t>Place an order [customer]</a:t>
            </a:r>
          </a:p>
          <a:p>
            <a:pPr marL="171450" indent="-171450">
              <a:buFontTx/>
              <a:buChar char="-"/>
            </a:pPr>
            <a:r>
              <a:rPr lang="en-CA" dirty="0"/>
              <a:t>Add </a:t>
            </a:r>
            <a:r>
              <a:rPr lang="en-CA" dirty="0" err="1"/>
              <a:t>wishlist</a:t>
            </a:r>
            <a:r>
              <a:rPr lang="en-CA" dirty="0"/>
              <a:t> [customer]</a:t>
            </a:r>
          </a:p>
          <a:p>
            <a:pPr marL="171450" indent="-171450">
              <a:buFontTx/>
              <a:buChar char="-"/>
            </a:pPr>
            <a:r>
              <a:rPr lang="en-CA" dirty="0"/>
              <a:t>Add discount/coupon [customer]</a:t>
            </a:r>
          </a:p>
          <a:p>
            <a:pPr marL="171450" indent="-171450">
              <a:buFontTx/>
              <a:buChar char="-"/>
            </a:pPr>
            <a:endParaRPr lang="en-CA" dirty="0"/>
          </a:p>
          <a:p>
            <a:pPr marL="171450" indent="-171450">
              <a:buFontTx/>
              <a:buChar char="-"/>
            </a:pPr>
            <a:endParaRPr lang="en-CA"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B9C825-F38E-45BB-92C1-043DE61C9183}" type="slidenum">
              <a:rPr kumimoji="0" lang="en-CA" sz="1200" b="0" i="0" u="none" strike="noStrike" kern="1200" cap="none" spc="0" normalizeH="0" baseline="0" noProof="0" smtClean="0">
                <a:ln>
                  <a:noFill/>
                </a:ln>
                <a:solidFill>
                  <a:srgbClr val="000000"/>
                </a:solidFill>
                <a:effectLst/>
                <a:uLnTx/>
                <a:uFillTx/>
                <a:latin typeface="Arial"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CA" sz="1200" b="0" i="0" u="none" strike="noStrike" kern="1200" cap="none" spc="0" normalizeH="0" baseline="0" noProof="0" dirty="0">
              <a:ln>
                <a:noFill/>
              </a:ln>
              <a:solidFill>
                <a:srgbClr val="000000"/>
              </a:solidFill>
              <a:effectLst/>
              <a:uLnTx/>
              <a:uFillTx/>
              <a:latin typeface="Arial" pitchFamily="34" charset="0"/>
              <a:ea typeface="+mn-ea"/>
              <a:cs typeface="+mn-cs"/>
            </a:endParaRPr>
          </a:p>
        </p:txBody>
      </p:sp>
    </p:spTree>
    <p:extLst>
      <p:ext uri="{BB962C8B-B14F-4D97-AF65-F5344CB8AC3E}">
        <p14:creationId xmlns:p14="http://schemas.microsoft.com/office/powerpoint/2010/main" val="31491630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Any questions???</a:t>
            </a:r>
          </a:p>
        </p:txBody>
      </p:sp>
      <p:sp>
        <p:nvSpPr>
          <p:cNvPr id="4" name="Slide Number Placeholder 3"/>
          <p:cNvSpPr>
            <a:spLocks noGrp="1"/>
          </p:cNvSpPr>
          <p:nvPr>
            <p:ph type="sldNum" sz="quarter" idx="10"/>
          </p:nvPr>
        </p:nvSpPr>
        <p:spPr/>
        <p:txBody>
          <a:bodyPr/>
          <a:lstStyle/>
          <a:p>
            <a:fld id="{20B9C825-F38E-45BB-92C1-043DE61C9183}" type="slidenum">
              <a:rPr lang="en-CA" smtClean="0"/>
              <a:pPr/>
              <a:t>9</a:t>
            </a:fld>
            <a:endParaRPr lang="en-CA" dirty="0"/>
          </a:p>
        </p:txBody>
      </p:sp>
    </p:spTree>
    <p:extLst>
      <p:ext uri="{BB962C8B-B14F-4D97-AF65-F5344CB8AC3E}">
        <p14:creationId xmlns:p14="http://schemas.microsoft.com/office/powerpoint/2010/main" val="22740687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END</a:t>
            </a:r>
          </a:p>
        </p:txBody>
      </p:sp>
      <p:sp>
        <p:nvSpPr>
          <p:cNvPr id="4" name="Slide Number Placeholder 3"/>
          <p:cNvSpPr>
            <a:spLocks noGrp="1"/>
          </p:cNvSpPr>
          <p:nvPr>
            <p:ph type="sldNum" sz="quarter" idx="10"/>
          </p:nvPr>
        </p:nvSpPr>
        <p:spPr/>
        <p:txBody>
          <a:bodyPr/>
          <a:lstStyle/>
          <a:p>
            <a:fld id="{20B9C825-F38E-45BB-92C1-043DE61C9183}" type="slidenum">
              <a:rPr lang="en-CA" smtClean="0"/>
              <a:pPr/>
              <a:t>10</a:t>
            </a:fld>
            <a:endParaRPr lang="en-CA" dirty="0"/>
          </a:p>
        </p:txBody>
      </p:sp>
    </p:spTree>
    <p:extLst>
      <p:ext uri="{BB962C8B-B14F-4D97-AF65-F5344CB8AC3E}">
        <p14:creationId xmlns:p14="http://schemas.microsoft.com/office/powerpoint/2010/main" val="14158645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CC8BB-7273-4696-A521-29739C186E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455B52-E15E-47FE-8E9B-6B13BA4F7B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C915C4-1659-499D-A753-BB04E36F43B8}"/>
              </a:ext>
            </a:extLst>
          </p:cNvPr>
          <p:cNvSpPr>
            <a:spLocks noGrp="1"/>
          </p:cNvSpPr>
          <p:nvPr>
            <p:ph type="dt" sz="half" idx="10"/>
          </p:nvPr>
        </p:nvSpPr>
        <p:spPr/>
        <p:txBody>
          <a:bodyPr/>
          <a:lstStyle/>
          <a:p>
            <a:fld id="{E8642520-852C-4ABF-9F36-A94F586E1078}" type="datetimeFigureOut">
              <a:rPr lang="en-US" smtClean="0"/>
              <a:t>4/14/2022</a:t>
            </a:fld>
            <a:endParaRPr lang="en-US"/>
          </a:p>
        </p:txBody>
      </p:sp>
      <p:sp>
        <p:nvSpPr>
          <p:cNvPr id="5" name="Footer Placeholder 4">
            <a:extLst>
              <a:ext uri="{FF2B5EF4-FFF2-40B4-BE49-F238E27FC236}">
                <a16:creationId xmlns:a16="http://schemas.microsoft.com/office/drawing/2014/main" id="{98FA3FD2-91DF-4A29-A88D-C3F8F40B0F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2AF37B-EDEE-48D6-AA2B-CFDA0AAC9F75}"/>
              </a:ext>
            </a:extLst>
          </p:cNvPr>
          <p:cNvSpPr>
            <a:spLocks noGrp="1"/>
          </p:cNvSpPr>
          <p:nvPr>
            <p:ph type="sldNum" sz="quarter" idx="12"/>
          </p:nvPr>
        </p:nvSpPr>
        <p:spPr/>
        <p:txBody>
          <a:bodyPr/>
          <a:lstStyle/>
          <a:p>
            <a:fld id="{46941759-0A50-47F3-A372-4F07C5215EC7}" type="slidenum">
              <a:rPr lang="en-US" smtClean="0"/>
              <a:t>‹#›</a:t>
            </a:fld>
            <a:endParaRPr lang="en-US"/>
          </a:p>
        </p:txBody>
      </p:sp>
    </p:spTree>
    <p:extLst>
      <p:ext uri="{BB962C8B-B14F-4D97-AF65-F5344CB8AC3E}">
        <p14:creationId xmlns:p14="http://schemas.microsoft.com/office/powerpoint/2010/main" val="3557008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5BCC5-EB9A-4BF4-9D72-91891C06B07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C455F0-46A1-4DF9-BF77-295B31DF201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CEB76E-F6D4-4EC2-A7C3-21112892F1AC}"/>
              </a:ext>
            </a:extLst>
          </p:cNvPr>
          <p:cNvSpPr>
            <a:spLocks noGrp="1"/>
          </p:cNvSpPr>
          <p:nvPr>
            <p:ph type="dt" sz="half" idx="10"/>
          </p:nvPr>
        </p:nvSpPr>
        <p:spPr/>
        <p:txBody>
          <a:bodyPr/>
          <a:lstStyle/>
          <a:p>
            <a:fld id="{E8642520-852C-4ABF-9F36-A94F586E1078}" type="datetimeFigureOut">
              <a:rPr lang="en-US" smtClean="0"/>
              <a:t>4/14/2022</a:t>
            </a:fld>
            <a:endParaRPr lang="en-US"/>
          </a:p>
        </p:txBody>
      </p:sp>
      <p:sp>
        <p:nvSpPr>
          <p:cNvPr id="5" name="Footer Placeholder 4">
            <a:extLst>
              <a:ext uri="{FF2B5EF4-FFF2-40B4-BE49-F238E27FC236}">
                <a16:creationId xmlns:a16="http://schemas.microsoft.com/office/drawing/2014/main" id="{0C488B84-B480-462E-A418-DF55909115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3201B3-1B37-4584-BA3A-ED10CD4B2891}"/>
              </a:ext>
            </a:extLst>
          </p:cNvPr>
          <p:cNvSpPr>
            <a:spLocks noGrp="1"/>
          </p:cNvSpPr>
          <p:nvPr>
            <p:ph type="sldNum" sz="quarter" idx="12"/>
          </p:nvPr>
        </p:nvSpPr>
        <p:spPr/>
        <p:txBody>
          <a:bodyPr/>
          <a:lstStyle/>
          <a:p>
            <a:fld id="{46941759-0A50-47F3-A372-4F07C5215EC7}" type="slidenum">
              <a:rPr lang="en-US" smtClean="0"/>
              <a:t>‹#›</a:t>
            </a:fld>
            <a:endParaRPr lang="en-US"/>
          </a:p>
        </p:txBody>
      </p:sp>
    </p:spTree>
    <p:extLst>
      <p:ext uri="{BB962C8B-B14F-4D97-AF65-F5344CB8AC3E}">
        <p14:creationId xmlns:p14="http://schemas.microsoft.com/office/powerpoint/2010/main" val="19617719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B4BAB-0955-46BA-B8A8-4385357644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85307CF-686B-4B53-A4DF-889EA9AE448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A7C7939F-AAD4-43CF-92CF-A7B083CFA128}"/>
              </a:ext>
            </a:extLst>
          </p:cNvPr>
          <p:cNvSpPr>
            <a:spLocks noGrp="1"/>
          </p:cNvSpPr>
          <p:nvPr>
            <p:ph type="dt" sz="half" idx="10"/>
          </p:nvPr>
        </p:nvSpPr>
        <p:spPr/>
        <p:txBody>
          <a:bodyPr/>
          <a:lstStyle/>
          <a:p>
            <a:fld id="{E8642520-852C-4ABF-9F36-A94F586E1078}" type="datetimeFigureOut">
              <a:rPr lang="en-US" smtClean="0"/>
              <a:t>4/14/2022</a:t>
            </a:fld>
            <a:endParaRPr lang="en-US"/>
          </a:p>
        </p:txBody>
      </p:sp>
      <p:sp>
        <p:nvSpPr>
          <p:cNvPr id="5" name="Footer Placeholder 4">
            <a:extLst>
              <a:ext uri="{FF2B5EF4-FFF2-40B4-BE49-F238E27FC236}">
                <a16:creationId xmlns:a16="http://schemas.microsoft.com/office/drawing/2014/main" id="{B545D531-711F-48DE-8C3C-AC09CE92C0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2C4BD8-B8BE-433C-BB08-E6C3A2E74225}"/>
              </a:ext>
            </a:extLst>
          </p:cNvPr>
          <p:cNvSpPr>
            <a:spLocks noGrp="1"/>
          </p:cNvSpPr>
          <p:nvPr>
            <p:ph type="sldNum" sz="quarter" idx="12"/>
          </p:nvPr>
        </p:nvSpPr>
        <p:spPr/>
        <p:txBody>
          <a:bodyPr/>
          <a:lstStyle/>
          <a:p>
            <a:fld id="{46941759-0A50-47F3-A372-4F07C5215EC7}" type="slidenum">
              <a:rPr lang="en-US" smtClean="0"/>
              <a:t>‹#›</a:t>
            </a:fld>
            <a:endParaRPr lang="en-US"/>
          </a:p>
        </p:txBody>
      </p:sp>
    </p:spTree>
    <p:extLst>
      <p:ext uri="{BB962C8B-B14F-4D97-AF65-F5344CB8AC3E}">
        <p14:creationId xmlns:p14="http://schemas.microsoft.com/office/powerpoint/2010/main" val="36232397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10587-22A5-48C2-AF5A-D54FEC8F94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60DF25-7A32-444F-9BC2-8953E052F717}"/>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5416764-5679-4293-8951-C44DEEC04FB9}"/>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9AAB5B3-1057-4C60-A1A9-88036211B9CD}"/>
              </a:ext>
            </a:extLst>
          </p:cNvPr>
          <p:cNvSpPr>
            <a:spLocks noGrp="1"/>
          </p:cNvSpPr>
          <p:nvPr>
            <p:ph type="dt" sz="half" idx="10"/>
          </p:nvPr>
        </p:nvSpPr>
        <p:spPr/>
        <p:txBody>
          <a:bodyPr/>
          <a:lstStyle/>
          <a:p>
            <a:fld id="{E8642520-852C-4ABF-9F36-A94F586E1078}" type="datetimeFigureOut">
              <a:rPr lang="en-US" smtClean="0"/>
              <a:t>4/14/2022</a:t>
            </a:fld>
            <a:endParaRPr lang="en-US"/>
          </a:p>
        </p:txBody>
      </p:sp>
      <p:sp>
        <p:nvSpPr>
          <p:cNvPr id="6" name="Footer Placeholder 5">
            <a:extLst>
              <a:ext uri="{FF2B5EF4-FFF2-40B4-BE49-F238E27FC236}">
                <a16:creationId xmlns:a16="http://schemas.microsoft.com/office/drawing/2014/main" id="{64C98852-83B7-4277-A57A-9404A2BB00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441240-7A40-4B15-993F-98B3D083740D}"/>
              </a:ext>
            </a:extLst>
          </p:cNvPr>
          <p:cNvSpPr>
            <a:spLocks noGrp="1"/>
          </p:cNvSpPr>
          <p:nvPr>
            <p:ph type="sldNum" sz="quarter" idx="12"/>
          </p:nvPr>
        </p:nvSpPr>
        <p:spPr/>
        <p:txBody>
          <a:bodyPr/>
          <a:lstStyle/>
          <a:p>
            <a:fld id="{46941759-0A50-47F3-A372-4F07C5215EC7}" type="slidenum">
              <a:rPr lang="en-US" smtClean="0"/>
              <a:t>‹#›</a:t>
            </a:fld>
            <a:endParaRPr lang="en-US"/>
          </a:p>
        </p:txBody>
      </p:sp>
    </p:spTree>
    <p:extLst>
      <p:ext uri="{BB962C8B-B14F-4D97-AF65-F5344CB8AC3E}">
        <p14:creationId xmlns:p14="http://schemas.microsoft.com/office/powerpoint/2010/main" val="24480459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AFF29-6C3F-445D-98FB-D44CE5C803B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247CF19-4A7C-4AEF-8E33-2353BEC556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B8F76B0-8009-4AEF-BD88-442AF7D69AF5}"/>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38BCFC7-544B-4A81-89CB-42DC1F105C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1DF95E1-468E-4039-8F88-CE263477BCF9}"/>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988B68A-513A-4FA5-8AF1-06B7FEBD5391}"/>
              </a:ext>
            </a:extLst>
          </p:cNvPr>
          <p:cNvSpPr>
            <a:spLocks noGrp="1"/>
          </p:cNvSpPr>
          <p:nvPr>
            <p:ph type="dt" sz="half" idx="10"/>
          </p:nvPr>
        </p:nvSpPr>
        <p:spPr/>
        <p:txBody>
          <a:bodyPr/>
          <a:lstStyle/>
          <a:p>
            <a:fld id="{E8642520-852C-4ABF-9F36-A94F586E1078}" type="datetimeFigureOut">
              <a:rPr lang="en-US" smtClean="0"/>
              <a:t>4/14/2022</a:t>
            </a:fld>
            <a:endParaRPr lang="en-US"/>
          </a:p>
        </p:txBody>
      </p:sp>
      <p:sp>
        <p:nvSpPr>
          <p:cNvPr id="8" name="Footer Placeholder 7">
            <a:extLst>
              <a:ext uri="{FF2B5EF4-FFF2-40B4-BE49-F238E27FC236}">
                <a16:creationId xmlns:a16="http://schemas.microsoft.com/office/drawing/2014/main" id="{E85393C6-9BFD-4017-836C-73BB424CA0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4375860-93A8-4EBF-B28F-18D3B8AED9F9}"/>
              </a:ext>
            </a:extLst>
          </p:cNvPr>
          <p:cNvSpPr>
            <a:spLocks noGrp="1"/>
          </p:cNvSpPr>
          <p:nvPr>
            <p:ph type="sldNum" sz="quarter" idx="12"/>
          </p:nvPr>
        </p:nvSpPr>
        <p:spPr/>
        <p:txBody>
          <a:bodyPr/>
          <a:lstStyle/>
          <a:p>
            <a:fld id="{46941759-0A50-47F3-A372-4F07C5215EC7}" type="slidenum">
              <a:rPr lang="en-US" smtClean="0"/>
              <a:t>‹#›</a:t>
            </a:fld>
            <a:endParaRPr lang="en-US"/>
          </a:p>
        </p:txBody>
      </p:sp>
    </p:spTree>
    <p:extLst>
      <p:ext uri="{BB962C8B-B14F-4D97-AF65-F5344CB8AC3E}">
        <p14:creationId xmlns:p14="http://schemas.microsoft.com/office/powerpoint/2010/main" val="16154144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B391B-6CC3-4329-879F-B9CD1C680E8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CBC77DE-57B3-4665-AA81-EF271E8FB172}"/>
              </a:ext>
            </a:extLst>
          </p:cNvPr>
          <p:cNvSpPr>
            <a:spLocks noGrp="1"/>
          </p:cNvSpPr>
          <p:nvPr>
            <p:ph type="dt" sz="half" idx="10"/>
          </p:nvPr>
        </p:nvSpPr>
        <p:spPr/>
        <p:txBody>
          <a:bodyPr/>
          <a:lstStyle/>
          <a:p>
            <a:fld id="{E8642520-852C-4ABF-9F36-A94F586E1078}" type="datetimeFigureOut">
              <a:rPr lang="en-US" smtClean="0"/>
              <a:t>4/14/2022</a:t>
            </a:fld>
            <a:endParaRPr lang="en-US"/>
          </a:p>
        </p:txBody>
      </p:sp>
      <p:sp>
        <p:nvSpPr>
          <p:cNvPr id="4" name="Footer Placeholder 3">
            <a:extLst>
              <a:ext uri="{FF2B5EF4-FFF2-40B4-BE49-F238E27FC236}">
                <a16:creationId xmlns:a16="http://schemas.microsoft.com/office/drawing/2014/main" id="{FB8308CC-72F4-43CC-B863-39B58A865A7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6000E3C-4B10-493B-8BE5-A3F5E160DF3B}"/>
              </a:ext>
            </a:extLst>
          </p:cNvPr>
          <p:cNvSpPr>
            <a:spLocks noGrp="1"/>
          </p:cNvSpPr>
          <p:nvPr>
            <p:ph type="sldNum" sz="quarter" idx="12"/>
          </p:nvPr>
        </p:nvSpPr>
        <p:spPr/>
        <p:txBody>
          <a:bodyPr/>
          <a:lstStyle/>
          <a:p>
            <a:fld id="{46941759-0A50-47F3-A372-4F07C5215EC7}" type="slidenum">
              <a:rPr lang="en-US" smtClean="0"/>
              <a:t>‹#›</a:t>
            </a:fld>
            <a:endParaRPr lang="en-US"/>
          </a:p>
        </p:txBody>
      </p:sp>
    </p:spTree>
    <p:extLst>
      <p:ext uri="{BB962C8B-B14F-4D97-AF65-F5344CB8AC3E}">
        <p14:creationId xmlns:p14="http://schemas.microsoft.com/office/powerpoint/2010/main" val="16031119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1B5B91-5C7E-44D1-AFCF-152DBC07D12B}"/>
              </a:ext>
            </a:extLst>
          </p:cNvPr>
          <p:cNvSpPr>
            <a:spLocks noGrp="1"/>
          </p:cNvSpPr>
          <p:nvPr>
            <p:ph type="dt" sz="half" idx="10"/>
          </p:nvPr>
        </p:nvSpPr>
        <p:spPr/>
        <p:txBody>
          <a:bodyPr/>
          <a:lstStyle/>
          <a:p>
            <a:fld id="{E8642520-852C-4ABF-9F36-A94F586E1078}" type="datetimeFigureOut">
              <a:rPr lang="en-US" smtClean="0"/>
              <a:t>4/14/2022</a:t>
            </a:fld>
            <a:endParaRPr lang="en-US"/>
          </a:p>
        </p:txBody>
      </p:sp>
      <p:sp>
        <p:nvSpPr>
          <p:cNvPr id="3" name="Footer Placeholder 2">
            <a:extLst>
              <a:ext uri="{FF2B5EF4-FFF2-40B4-BE49-F238E27FC236}">
                <a16:creationId xmlns:a16="http://schemas.microsoft.com/office/drawing/2014/main" id="{4EA1632B-9B0B-46B9-9BAF-DF6167E50F4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12029AD-D3A7-4E6A-889B-74F643E1B831}"/>
              </a:ext>
            </a:extLst>
          </p:cNvPr>
          <p:cNvSpPr>
            <a:spLocks noGrp="1"/>
          </p:cNvSpPr>
          <p:nvPr>
            <p:ph type="sldNum" sz="quarter" idx="12"/>
          </p:nvPr>
        </p:nvSpPr>
        <p:spPr/>
        <p:txBody>
          <a:bodyPr/>
          <a:lstStyle/>
          <a:p>
            <a:fld id="{46941759-0A50-47F3-A372-4F07C5215EC7}" type="slidenum">
              <a:rPr lang="en-US" smtClean="0"/>
              <a:t>‹#›</a:t>
            </a:fld>
            <a:endParaRPr lang="en-US"/>
          </a:p>
        </p:txBody>
      </p:sp>
    </p:spTree>
    <p:extLst>
      <p:ext uri="{BB962C8B-B14F-4D97-AF65-F5344CB8AC3E}">
        <p14:creationId xmlns:p14="http://schemas.microsoft.com/office/powerpoint/2010/main" val="21855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DA113-1F58-4A0E-9580-779A892CC1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5A4D59B-D0AC-4696-8E82-8DE018A2B5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B5A66C1-B3AB-43B8-94A8-890FF82341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9E55646-86BF-47A0-B315-CE03B1E27C4E}"/>
              </a:ext>
            </a:extLst>
          </p:cNvPr>
          <p:cNvSpPr>
            <a:spLocks noGrp="1"/>
          </p:cNvSpPr>
          <p:nvPr>
            <p:ph type="dt" sz="half" idx="10"/>
          </p:nvPr>
        </p:nvSpPr>
        <p:spPr/>
        <p:txBody>
          <a:bodyPr/>
          <a:lstStyle/>
          <a:p>
            <a:fld id="{E8642520-852C-4ABF-9F36-A94F586E1078}" type="datetimeFigureOut">
              <a:rPr lang="en-US" smtClean="0"/>
              <a:t>4/14/2022</a:t>
            </a:fld>
            <a:endParaRPr lang="en-US"/>
          </a:p>
        </p:txBody>
      </p:sp>
      <p:sp>
        <p:nvSpPr>
          <p:cNvPr id="6" name="Footer Placeholder 5">
            <a:extLst>
              <a:ext uri="{FF2B5EF4-FFF2-40B4-BE49-F238E27FC236}">
                <a16:creationId xmlns:a16="http://schemas.microsoft.com/office/drawing/2014/main" id="{47130266-37A8-4A31-A443-03E91148FE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5AE7F9-F925-4D8B-B369-E5D3318418F0}"/>
              </a:ext>
            </a:extLst>
          </p:cNvPr>
          <p:cNvSpPr>
            <a:spLocks noGrp="1"/>
          </p:cNvSpPr>
          <p:nvPr>
            <p:ph type="sldNum" sz="quarter" idx="12"/>
          </p:nvPr>
        </p:nvSpPr>
        <p:spPr/>
        <p:txBody>
          <a:bodyPr/>
          <a:lstStyle/>
          <a:p>
            <a:fld id="{46941759-0A50-47F3-A372-4F07C5215EC7}" type="slidenum">
              <a:rPr lang="en-US" smtClean="0"/>
              <a:t>‹#›</a:t>
            </a:fld>
            <a:endParaRPr lang="en-US"/>
          </a:p>
        </p:txBody>
      </p:sp>
    </p:spTree>
    <p:extLst>
      <p:ext uri="{BB962C8B-B14F-4D97-AF65-F5344CB8AC3E}">
        <p14:creationId xmlns:p14="http://schemas.microsoft.com/office/powerpoint/2010/main" val="2233117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265A2-B5F4-477A-A6C0-97AA0E5100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2FD4FD0-6724-4E3C-A74F-437C19691A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7538D57-6793-4CBA-9BBC-A19385B2FE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3E183ED-CF1D-4195-8CE7-5F42B5C28753}"/>
              </a:ext>
            </a:extLst>
          </p:cNvPr>
          <p:cNvSpPr>
            <a:spLocks noGrp="1"/>
          </p:cNvSpPr>
          <p:nvPr>
            <p:ph type="dt" sz="half" idx="10"/>
          </p:nvPr>
        </p:nvSpPr>
        <p:spPr/>
        <p:txBody>
          <a:bodyPr/>
          <a:lstStyle/>
          <a:p>
            <a:fld id="{E8642520-852C-4ABF-9F36-A94F586E1078}" type="datetimeFigureOut">
              <a:rPr lang="en-US" smtClean="0"/>
              <a:t>4/14/2022</a:t>
            </a:fld>
            <a:endParaRPr lang="en-US"/>
          </a:p>
        </p:txBody>
      </p:sp>
      <p:sp>
        <p:nvSpPr>
          <p:cNvPr id="6" name="Footer Placeholder 5">
            <a:extLst>
              <a:ext uri="{FF2B5EF4-FFF2-40B4-BE49-F238E27FC236}">
                <a16:creationId xmlns:a16="http://schemas.microsoft.com/office/drawing/2014/main" id="{81D007AD-228D-48B4-B47F-E2BAB57BF7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5D2662-1AD9-4679-8ACC-627CF7D0DABB}"/>
              </a:ext>
            </a:extLst>
          </p:cNvPr>
          <p:cNvSpPr>
            <a:spLocks noGrp="1"/>
          </p:cNvSpPr>
          <p:nvPr>
            <p:ph type="sldNum" sz="quarter" idx="12"/>
          </p:nvPr>
        </p:nvSpPr>
        <p:spPr/>
        <p:txBody>
          <a:bodyPr/>
          <a:lstStyle/>
          <a:p>
            <a:fld id="{46941759-0A50-47F3-A372-4F07C5215EC7}" type="slidenum">
              <a:rPr lang="en-US" smtClean="0"/>
              <a:t>‹#›</a:t>
            </a:fld>
            <a:endParaRPr lang="en-US"/>
          </a:p>
        </p:txBody>
      </p:sp>
    </p:spTree>
    <p:extLst>
      <p:ext uri="{BB962C8B-B14F-4D97-AF65-F5344CB8AC3E}">
        <p14:creationId xmlns:p14="http://schemas.microsoft.com/office/powerpoint/2010/main" val="33246010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01B82-E5AE-42BF-B0ED-EEEEA5829CF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02A7F84-83C7-498D-AFA2-EE2334E62E2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4028DE-7780-43FF-8FF0-68F051896EE6}"/>
              </a:ext>
            </a:extLst>
          </p:cNvPr>
          <p:cNvSpPr>
            <a:spLocks noGrp="1"/>
          </p:cNvSpPr>
          <p:nvPr>
            <p:ph type="dt" sz="half" idx="10"/>
          </p:nvPr>
        </p:nvSpPr>
        <p:spPr/>
        <p:txBody>
          <a:bodyPr/>
          <a:lstStyle/>
          <a:p>
            <a:fld id="{E8642520-852C-4ABF-9F36-A94F586E1078}" type="datetimeFigureOut">
              <a:rPr lang="en-US" smtClean="0"/>
              <a:t>4/14/2022</a:t>
            </a:fld>
            <a:endParaRPr lang="en-US"/>
          </a:p>
        </p:txBody>
      </p:sp>
      <p:sp>
        <p:nvSpPr>
          <p:cNvPr id="5" name="Footer Placeholder 4">
            <a:extLst>
              <a:ext uri="{FF2B5EF4-FFF2-40B4-BE49-F238E27FC236}">
                <a16:creationId xmlns:a16="http://schemas.microsoft.com/office/drawing/2014/main" id="{9E4872DB-7021-4DB0-8A3D-07D7185041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0B5F7D-778F-499E-BE4B-D23296386BF5}"/>
              </a:ext>
            </a:extLst>
          </p:cNvPr>
          <p:cNvSpPr>
            <a:spLocks noGrp="1"/>
          </p:cNvSpPr>
          <p:nvPr>
            <p:ph type="sldNum" sz="quarter" idx="12"/>
          </p:nvPr>
        </p:nvSpPr>
        <p:spPr/>
        <p:txBody>
          <a:bodyPr/>
          <a:lstStyle/>
          <a:p>
            <a:fld id="{46941759-0A50-47F3-A372-4F07C5215EC7}" type="slidenum">
              <a:rPr lang="en-US" smtClean="0"/>
              <a:t>‹#›</a:t>
            </a:fld>
            <a:endParaRPr lang="en-US"/>
          </a:p>
        </p:txBody>
      </p:sp>
    </p:spTree>
    <p:extLst>
      <p:ext uri="{BB962C8B-B14F-4D97-AF65-F5344CB8AC3E}">
        <p14:creationId xmlns:p14="http://schemas.microsoft.com/office/powerpoint/2010/main" val="1126178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1D458C9-894A-4D39-970A-9ED5D5405CA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2EECA55-A7FF-4DDF-A7BA-FCC77F86F2F2}"/>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01D96F-C68A-4C92-AA1D-92E68E8A661A}"/>
              </a:ext>
            </a:extLst>
          </p:cNvPr>
          <p:cNvSpPr>
            <a:spLocks noGrp="1"/>
          </p:cNvSpPr>
          <p:nvPr>
            <p:ph type="dt" sz="half" idx="10"/>
          </p:nvPr>
        </p:nvSpPr>
        <p:spPr/>
        <p:txBody>
          <a:bodyPr/>
          <a:lstStyle/>
          <a:p>
            <a:fld id="{E8642520-852C-4ABF-9F36-A94F586E1078}" type="datetimeFigureOut">
              <a:rPr lang="en-US" smtClean="0"/>
              <a:t>4/14/2022</a:t>
            </a:fld>
            <a:endParaRPr lang="en-US"/>
          </a:p>
        </p:txBody>
      </p:sp>
      <p:sp>
        <p:nvSpPr>
          <p:cNvPr id="5" name="Footer Placeholder 4">
            <a:extLst>
              <a:ext uri="{FF2B5EF4-FFF2-40B4-BE49-F238E27FC236}">
                <a16:creationId xmlns:a16="http://schemas.microsoft.com/office/drawing/2014/main" id="{6D00CCD3-47CA-4B52-8A49-586A51FCAB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2277FC-24F9-4803-9653-7187112926F2}"/>
              </a:ext>
            </a:extLst>
          </p:cNvPr>
          <p:cNvSpPr>
            <a:spLocks noGrp="1"/>
          </p:cNvSpPr>
          <p:nvPr>
            <p:ph type="sldNum" sz="quarter" idx="12"/>
          </p:nvPr>
        </p:nvSpPr>
        <p:spPr/>
        <p:txBody>
          <a:bodyPr/>
          <a:lstStyle/>
          <a:p>
            <a:fld id="{46941759-0A50-47F3-A372-4F07C5215EC7}" type="slidenum">
              <a:rPr lang="en-US" smtClean="0"/>
              <a:t>‹#›</a:t>
            </a:fld>
            <a:endParaRPr lang="en-US"/>
          </a:p>
        </p:txBody>
      </p:sp>
    </p:spTree>
    <p:extLst>
      <p:ext uri="{BB962C8B-B14F-4D97-AF65-F5344CB8AC3E}">
        <p14:creationId xmlns:p14="http://schemas.microsoft.com/office/powerpoint/2010/main" val="39068947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Cover page">
    <p:spTree>
      <p:nvGrpSpPr>
        <p:cNvPr id="1" name=""/>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146FB1F-1288-0940-9045-C8D45B183C4E}"/>
              </a:ext>
            </a:extLst>
          </p:cNvPr>
          <p:cNvSpPr>
            <a:spLocks noGrp="1"/>
          </p:cNvSpPr>
          <p:nvPr>
            <p:ph type="body" sz="quarter" idx="10" hasCustomPrompt="1"/>
          </p:nvPr>
        </p:nvSpPr>
        <p:spPr>
          <a:xfrm>
            <a:off x="737755" y="664970"/>
            <a:ext cx="4668116" cy="2910872"/>
          </a:xfrm>
          <a:prstGeom prst="rect">
            <a:avLst/>
          </a:prstGeom>
        </p:spPr>
        <p:txBody>
          <a:bodyPr lIns="0" tIns="0" rIns="0" bIns="0"/>
          <a:lstStyle>
            <a:lvl1pPr marL="0" marR="0" indent="0" algn="l" defTabSz="914400" rtl="0" eaLnBrk="1" fontAlgn="auto" latinLnBrk="0" hangingPunct="1">
              <a:lnSpc>
                <a:spcPts val="7000"/>
              </a:lnSpc>
              <a:spcBef>
                <a:spcPct val="20000"/>
              </a:spcBef>
              <a:spcAft>
                <a:spcPts val="0"/>
              </a:spcAft>
              <a:buClrTx/>
              <a:buSzTx/>
              <a:buFont typeface="Arial" pitchFamily="34" charset="0"/>
              <a:buNone/>
              <a:tabLst/>
              <a:defRPr sz="6500"/>
            </a:lvl1pPr>
          </a:lstStyle>
          <a:p>
            <a:pPr lvl="0"/>
            <a:r>
              <a:rPr lang="en-CA" dirty="0"/>
              <a:t>Presentation title</a:t>
            </a:r>
          </a:p>
        </p:txBody>
      </p:sp>
      <p:sp>
        <p:nvSpPr>
          <p:cNvPr id="9" name="Espace réservé du texte 7">
            <a:extLst>
              <a:ext uri="{FF2B5EF4-FFF2-40B4-BE49-F238E27FC236}">
                <a16:creationId xmlns:a16="http://schemas.microsoft.com/office/drawing/2014/main" id="{5CD6B7C3-552A-1644-82F4-B1B9359D14C0}"/>
              </a:ext>
            </a:extLst>
          </p:cNvPr>
          <p:cNvSpPr>
            <a:spLocks noGrp="1"/>
          </p:cNvSpPr>
          <p:nvPr>
            <p:ph type="body" sz="quarter" idx="14" hasCustomPrompt="1"/>
          </p:nvPr>
        </p:nvSpPr>
        <p:spPr>
          <a:xfrm>
            <a:off x="766763" y="4173805"/>
            <a:ext cx="4698710" cy="765270"/>
          </a:xfrm>
          <a:prstGeom prst="rect">
            <a:avLst/>
          </a:prstGeom>
        </p:spPr>
        <p:txBody>
          <a:bodyPr lIns="0" tIns="0" rIns="0" bIns="0" anchor="b"/>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200" b="0"/>
            </a:lvl1pPr>
          </a:lstStyle>
          <a:p>
            <a:pPr lvl="0"/>
            <a:r>
              <a:rPr lang="en-CA" dirty="0"/>
              <a:t>Name, role</a:t>
            </a:r>
            <a:br>
              <a:rPr lang="en-CA" dirty="0"/>
            </a:br>
            <a:r>
              <a:rPr lang="en-CA" dirty="0"/>
              <a:t>Date</a:t>
            </a:r>
          </a:p>
        </p:txBody>
      </p:sp>
      <p:pic>
        <p:nvPicPr>
          <p:cNvPr id="10" name="Image 9">
            <a:extLst>
              <a:ext uri="{FF2B5EF4-FFF2-40B4-BE49-F238E27FC236}">
                <a16:creationId xmlns:a16="http://schemas.microsoft.com/office/drawing/2014/main" id="{F651954F-2676-5244-99E5-686FBF8B3F1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66763" y="5372174"/>
            <a:ext cx="1549400" cy="720651"/>
          </a:xfrm>
          <a:prstGeom prst="rect">
            <a:avLst/>
          </a:prstGeom>
        </p:spPr>
      </p:pic>
      <p:sp>
        <p:nvSpPr>
          <p:cNvPr id="12" name="Picture Placeholder 2"/>
          <p:cNvSpPr>
            <a:spLocks noGrp="1"/>
          </p:cNvSpPr>
          <p:nvPr>
            <p:ph type="pic" sz="quarter" idx="16"/>
          </p:nvPr>
        </p:nvSpPr>
        <p:spPr>
          <a:xfrm>
            <a:off x="6142038" y="777875"/>
            <a:ext cx="5308600" cy="5295900"/>
          </a:xfrm>
          <a:prstGeom prst="rect">
            <a:avLst/>
          </a:prstGeom>
        </p:spPr>
        <p:txBody>
          <a:bodyPr/>
          <a:lstStyle>
            <a:lvl1pPr marL="0" indent="0">
              <a:buNone/>
              <a:defRPr/>
            </a:lvl1pPr>
          </a:lstStyle>
          <a:p>
            <a:r>
              <a:rPr lang="en-US"/>
              <a:t>Click icon to add picture</a:t>
            </a:r>
            <a:endParaRPr lang="en-GB"/>
          </a:p>
        </p:txBody>
      </p:sp>
    </p:spTree>
    <p:extLst>
      <p:ext uri="{BB962C8B-B14F-4D97-AF65-F5344CB8AC3E}">
        <p14:creationId xmlns:p14="http://schemas.microsoft.com/office/powerpoint/2010/main" val="2161593231"/>
      </p:ext>
    </p:extLst>
  </p:cSld>
  <p:clrMapOvr>
    <a:masterClrMapping/>
  </p:clrMapOvr>
  <p:extLst>
    <p:ext uri="{DCECCB84-F9BA-43D5-87BE-67443E8EF086}">
      <p15:sldGuideLst xmlns:p15="http://schemas.microsoft.com/office/powerpoint/2012/main">
        <p15:guide id="3" pos="7673">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CFA5DBCA-C3A7-554C-80CD-9B2E51986E26}"/>
              </a:ext>
            </a:extLst>
          </p:cNvPr>
          <p:cNvSpPr>
            <a:spLocks noGrp="1"/>
          </p:cNvSpPr>
          <p:nvPr>
            <p:ph type="sldNum" sz="quarter" idx="10"/>
          </p:nvPr>
        </p:nvSpPr>
        <p:spPr/>
        <p:txBody>
          <a:bodyPr>
            <a:noAutofit/>
          </a:bodyPr>
          <a:lstStyle/>
          <a:p>
            <a:fld id="{525A3C56-E491-49B2-93F3-63532DF516BC}" type="slidenum">
              <a:rPr lang="en-CA" smtClean="0"/>
              <a:pPr/>
              <a:t>‹#›</a:t>
            </a:fld>
            <a:endParaRPr lang="en-CA" dirty="0"/>
          </a:p>
        </p:txBody>
      </p:sp>
      <p:sp>
        <p:nvSpPr>
          <p:cNvPr id="5" name="Titre 1">
            <a:extLst>
              <a:ext uri="{FF2B5EF4-FFF2-40B4-BE49-F238E27FC236}">
                <a16:creationId xmlns:a16="http://schemas.microsoft.com/office/drawing/2014/main" id="{A9726D2F-24A7-BE46-9285-211A5860678D}"/>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dirty="0"/>
              <a:t>Agenda</a:t>
            </a:r>
          </a:p>
        </p:txBody>
      </p:sp>
      <p:sp>
        <p:nvSpPr>
          <p:cNvPr id="8" name="Espace réservé du texte 6">
            <a:extLst>
              <a:ext uri="{FF2B5EF4-FFF2-40B4-BE49-F238E27FC236}">
                <a16:creationId xmlns:a16="http://schemas.microsoft.com/office/drawing/2014/main" id="{D6910EBF-08E6-8540-896A-4B5E41727340}"/>
              </a:ext>
            </a:extLst>
          </p:cNvPr>
          <p:cNvSpPr>
            <a:spLocks noGrp="1"/>
          </p:cNvSpPr>
          <p:nvPr>
            <p:ph type="body" sz="quarter" idx="12" hasCustomPrompt="1"/>
          </p:nvPr>
        </p:nvSpPr>
        <p:spPr>
          <a:xfrm>
            <a:off x="3082132" y="3183284"/>
            <a:ext cx="1511300" cy="1501606"/>
          </a:xfrm>
          <a:prstGeom prst="rect">
            <a:avLst/>
          </a:prstGeom>
        </p:spPr>
        <p:txBody>
          <a:bodyPr wrap="square" lIns="0" tIns="0" rIns="0" bIns="0">
            <a:noAutofit/>
          </a:bodyPr>
          <a:lstStyle>
            <a:lvl1pPr marL="12700" indent="-12700" algn="ctr">
              <a:buNone/>
              <a:tabLst/>
              <a:defRPr sz="1600"/>
            </a:lvl1pPr>
          </a:lstStyle>
          <a:p>
            <a:pPr algn="l"/>
            <a:r>
              <a:rPr lang="en-GB" dirty="0"/>
              <a:t>Agenda item 2</a:t>
            </a:r>
          </a:p>
        </p:txBody>
      </p:sp>
      <p:sp>
        <p:nvSpPr>
          <p:cNvPr id="20" name="Espace réservé du texte 6">
            <a:extLst>
              <a:ext uri="{FF2B5EF4-FFF2-40B4-BE49-F238E27FC236}">
                <a16:creationId xmlns:a16="http://schemas.microsoft.com/office/drawing/2014/main" id="{59A27FAB-0B96-BC42-A996-4CFEF0565413}"/>
              </a:ext>
            </a:extLst>
          </p:cNvPr>
          <p:cNvSpPr>
            <a:spLocks noGrp="1"/>
          </p:cNvSpPr>
          <p:nvPr>
            <p:ph type="body" sz="quarter" idx="13" hasCustomPrompt="1"/>
          </p:nvPr>
        </p:nvSpPr>
        <p:spPr>
          <a:xfrm>
            <a:off x="5375275" y="3183284"/>
            <a:ext cx="1495426" cy="1501606"/>
          </a:xfrm>
          <a:prstGeom prst="rect">
            <a:avLst/>
          </a:prstGeom>
        </p:spPr>
        <p:txBody>
          <a:bodyPr wrap="square" lIns="0" tIns="0" rIns="0" bIns="0">
            <a:noAutofit/>
          </a:bodyPr>
          <a:lstStyle>
            <a:lvl1pPr marL="12700" indent="-12700" algn="ctr">
              <a:buNone/>
              <a:tabLst/>
              <a:defRPr sz="1600"/>
            </a:lvl1pPr>
          </a:lstStyle>
          <a:p>
            <a:pPr algn="l"/>
            <a:r>
              <a:rPr lang="en-GB" dirty="0"/>
              <a:t>Agenda item 3</a:t>
            </a:r>
          </a:p>
        </p:txBody>
      </p:sp>
      <p:sp>
        <p:nvSpPr>
          <p:cNvPr id="21" name="Espace réservé du texte 6">
            <a:extLst>
              <a:ext uri="{FF2B5EF4-FFF2-40B4-BE49-F238E27FC236}">
                <a16:creationId xmlns:a16="http://schemas.microsoft.com/office/drawing/2014/main" id="{538AB2AF-A230-3B46-B113-EE15B6AE6F57}"/>
              </a:ext>
            </a:extLst>
          </p:cNvPr>
          <p:cNvSpPr>
            <a:spLocks noGrp="1"/>
          </p:cNvSpPr>
          <p:nvPr>
            <p:ph type="body" sz="quarter" idx="14" hasCustomPrompt="1"/>
          </p:nvPr>
        </p:nvSpPr>
        <p:spPr>
          <a:xfrm>
            <a:off x="7643812" y="3183284"/>
            <a:ext cx="1504157" cy="1501606"/>
          </a:xfrm>
          <a:prstGeom prst="rect">
            <a:avLst/>
          </a:prstGeom>
        </p:spPr>
        <p:txBody>
          <a:bodyPr wrap="square" lIns="0" tIns="0" rIns="0" bIns="0">
            <a:noAutofit/>
          </a:bodyPr>
          <a:lstStyle>
            <a:lvl1pPr marL="12700" marR="0" indent="-12700" algn="ctr" defTabSz="914400" rtl="0" eaLnBrk="1" fontAlgn="auto" latinLnBrk="0" hangingPunct="1">
              <a:lnSpc>
                <a:spcPct val="100000"/>
              </a:lnSpc>
              <a:spcBef>
                <a:spcPct val="20000"/>
              </a:spcBef>
              <a:spcAft>
                <a:spcPts val="0"/>
              </a:spcAft>
              <a:buClrTx/>
              <a:buSzTx/>
              <a:buFont typeface="Arial" pitchFamily="34" charset="0"/>
              <a:buNone/>
              <a:tabLst/>
              <a:defRPr sz="1600"/>
            </a:lvl1pPr>
          </a:lstStyle>
          <a:p>
            <a:pPr marL="12700" marR="0" lvl="0" indent="-12700" algn="ctr" defTabSz="914400" rtl="0" eaLnBrk="1" fontAlgn="auto" latinLnBrk="0" hangingPunct="1">
              <a:lnSpc>
                <a:spcPct val="100000"/>
              </a:lnSpc>
              <a:spcBef>
                <a:spcPct val="20000"/>
              </a:spcBef>
              <a:spcAft>
                <a:spcPts val="0"/>
              </a:spcAft>
              <a:buClrTx/>
              <a:buSzTx/>
              <a:buFont typeface="Arial" pitchFamily="34" charset="0"/>
              <a:buNone/>
              <a:tabLst/>
              <a:defRPr/>
            </a:pPr>
            <a:r>
              <a:rPr lang="en-GB" dirty="0"/>
              <a:t>Agenda item 4</a:t>
            </a:r>
            <a:endParaRPr lang="en-CA" dirty="0"/>
          </a:p>
        </p:txBody>
      </p:sp>
      <p:sp>
        <p:nvSpPr>
          <p:cNvPr id="22" name="Espace réservé du texte 6">
            <a:extLst>
              <a:ext uri="{FF2B5EF4-FFF2-40B4-BE49-F238E27FC236}">
                <a16:creationId xmlns:a16="http://schemas.microsoft.com/office/drawing/2014/main" id="{C31B4DD5-B41F-BE43-A386-8B7C4CFBC95E}"/>
              </a:ext>
            </a:extLst>
          </p:cNvPr>
          <p:cNvSpPr>
            <a:spLocks noGrp="1"/>
          </p:cNvSpPr>
          <p:nvPr>
            <p:ph type="body" sz="quarter" idx="15" hasCustomPrompt="1"/>
          </p:nvPr>
        </p:nvSpPr>
        <p:spPr>
          <a:xfrm>
            <a:off x="9912350" y="3183284"/>
            <a:ext cx="1512888" cy="1501606"/>
          </a:xfrm>
          <a:prstGeom prst="rect">
            <a:avLst/>
          </a:prstGeom>
        </p:spPr>
        <p:txBody>
          <a:bodyPr wrap="square" lIns="0" tIns="0" rIns="0" bIns="0">
            <a:noAutofit/>
          </a:bodyPr>
          <a:lstStyle>
            <a:lvl1pPr marL="12700" indent="-12700" algn="ctr">
              <a:buNone/>
              <a:tabLst/>
              <a:defRPr sz="1600"/>
            </a:lvl1pPr>
          </a:lstStyle>
          <a:p>
            <a:pPr algn="l"/>
            <a:r>
              <a:rPr lang="en-GB" dirty="0"/>
              <a:t>Agenda item 5</a:t>
            </a:r>
          </a:p>
        </p:txBody>
      </p:sp>
      <p:sp>
        <p:nvSpPr>
          <p:cNvPr id="23" name="Espace réservé du texte 6">
            <a:extLst>
              <a:ext uri="{FF2B5EF4-FFF2-40B4-BE49-F238E27FC236}">
                <a16:creationId xmlns:a16="http://schemas.microsoft.com/office/drawing/2014/main" id="{F0474AB2-DB08-9E4B-A6C3-760F6797669A}"/>
              </a:ext>
            </a:extLst>
          </p:cNvPr>
          <p:cNvSpPr>
            <a:spLocks noGrp="1"/>
          </p:cNvSpPr>
          <p:nvPr>
            <p:ph type="body" sz="quarter" idx="16" hasCustomPrompt="1"/>
          </p:nvPr>
        </p:nvSpPr>
        <p:spPr>
          <a:xfrm>
            <a:off x="804863" y="3183284"/>
            <a:ext cx="1511300" cy="1501606"/>
          </a:xfrm>
          <a:prstGeom prst="rect">
            <a:avLst/>
          </a:prstGeom>
        </p:spPr>
        <p:txBody>
          <a:bodyPr wrap="square" lIns="0" tIns="0" rIns="0" bIns="0">
            <a:noAutofit/>
          </a:bodyPr>
          <a:lstStyle>
            <a:lvl1pPr marL="12700" indent="-12700" algn="ctr">
              <a:buNone/>
              <a:tabLst/>
              <a:defRPr sz="1600"/>
            </a:lvl1pPr>
          </a:lstStyle>
          <a:p>
            <a:pPr algn="l"/>
            <a:r>
              <a:rPr lang="en-GB" dirty="0"/>
              <a:t>Agenda item 1</a:t>
            </a:r>
          </a:p>
        </p:txBody>
      </p:sp>
      <p:sp>
        <p:nvSpPr>
          <p:cNvPr id="24" name="ZoneTexte 23">
            <a:extLst>
              <a:ext uri="{FF2B5EF4-FFF2-40B4-BE49-F238E27FC236}">
                <a16:creationId xmlns:a16="http://schemas.microsoft.com/office/drawing/2014/main" id="{C4D4A3BE-8352-B64D-A05E-435E839F6443}"/>
              </a:ext>
            </a:extLst>
          </p:cNvPr>
          <p:cNvSpPr txBox="1"/>
          <p:nvPr userDrawn="1"/>
        </p:nvSpPr>
        <p:spPr>
          <a:xfrm>
            <a:off x="1758462" y="3891020"/>
            <a:ext cx="0" cy="0"/>
          </a:xfrm>
          <a:prstGeom prst="rect">
            <a:avLst/>
          </a:prstGeom>
        </p:spPr>
        <p:txBody>
          <a:bodyPr vert="horz" wrap="none" lIns="0" tIns="0" rIns="0" bIns="0" rtlCol="0" anchor="t" anchorCtr="0">
            <a:noAutofit/>
          </a:bodyPr>
          <a:lstStyle/>
          <a:p>
            <a:pPr algn="l"/>
            <a:endParaRPr lang="en-CA" dirty="0"/>
          </a:p>
        </p:txBody>
      </p:sp>
    </p:spTree>
    <p:extLst>
      <p:ext uri="{BB962C8B-B14F-4D97-AF65-F5344CB8AC3E}">
        <p14:creationId xmlns:p14="http://schemas.microsoft.com/office/powerpoint/2010/main" val="36718430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Graphic device and small text">
    <p:spTree>
      <p:nvGrpSpPr>
        <p:cNvPr id="1" name=""/>
        <p:cNvGrpSpPr/>
        <p:nvPr/>
      </p:nvGrpSpPr>
      <p:grpSpPr>
        <a:xfrm>
          <a:off x="0" y="0"/>
          <a:ext cx="0" cy="0"/>
          <a:chOff x="0" y="0"/>
          <a:chExt cx="0" cy="0"/>
        </a:xfrm>
      </p:grpSpPr>
      <p:sp>
        <p:nvSpPr>
          <p:cNvPr id="9" name="Rectangle 8"/>
          <p:cNvSpPr/>
          <p:nvPr userDrawn="1"/>
        </p:nvSpPr>
        <p:spPr bwMode="gray">
          <a:xfrm>
            <a:off x="462707" y="6491436"/>
            <a:ext cx="9721080" cy="216024"/>
          </a:xfrm>
          <a:prstGeom prst="rect">
            <a:avLst/>
          </a:prstGeom>
          <a:solidFill>
            <a:schemeClr val="bg1"/>
          </a:solidFill>
          <a:ln w="9525" algn="ctr">
            <a:noFill/>
            <a:miter lim="800000"/>
            <a:headEnd/>
            <a:tailEnd/>
          </a:ln>
          <a:effectLst/>
        </p:spPr>
        <p:txBody>
          <a:bodyPr lIns="63500" tIns="0" rIns="64800" bIns="0" rtlCol="0" anchor="ctr">
            <a:noAutofit/>
          </a:bodyPr>
          <a:lstStyle/>
          <a:p>
            <a:pPr algn="ctr">
              <a:spcBef>
                <a:spcPct val="0"/>
              </a:spcBef>
              <a:buClrTx/>
              <a:buSzPct val="90000"/>
            </a:pPr>
            <a:endParaRPr lang="en-CA" sz="1600" b="1" dirty="0">
              <a:solidFill>
                <a:schemeClr val="bg1"/>
              </a:solidFill>
              <a:cs typeface="Arial" pitchFamily="34" charset="0"/>
            </a:endParaRPr>
          </a:p>
        </p:txBody>
      </p:sp>
      <p:sp>
        <p:nvSpPr>
          <p:cNvPr id="11" name="Freeform 6">
            <a:extLst>
              <a:ext uri="{FF2B5EF4-FFF2-40B4-BE49-F238E27FC236}">
                <a16:creationId xmlns:a16="http://schemas.microsoft.com/office/drawing/2014/main" id="{E92206DE-17C9-E04C-89B5-21C279EE24F8}"/>
              </a:ext>
            </a:extLst>
          </p:cNvPr>
          <p:cNvSpPr>
            <a:spLocks/>
          </p:cNvSpPr>
          <p:nvPr userDrawn="1"/>
        </p:nvSpPr>
        <p:spPr bwMode="auto">
          <a:xfrm rot="16200000" flipH="1">
            <a:off x="8417520" y="773869"/>
            <a:ext cx="3016411" cy="2999023"/>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flip="none" rotWithShape="1">
            <a:gsLst>
              <a:gs pos="60000">
                <a:srgbClr val="A82465"/>
              </a:gs>
              <a:gs pos="0">
                <a:srgbClr val="E31937"/>
              </a:gs>
              <a:gs pos="100000">
                <a:srgbClr val="5236AB"/>
              </a:gs>
            </a:gsLst>
            <a:lin ang="0" scaled="0"/>
            <a:tileRect/>
          </a:gradFill>
          <a:ln w="9525" algn="ctr">
            <a:noFill/>
            <a:miter lim="800000"/>
            <a:headEnd/>
            <a:tailEnd/>
          </a:ln>
          <a:effectLst/>
        </p:spPr>
        <p:txBody>
          <a:bodyPr lIns="63500" tIns="0" rIns="64800" bIns="0" rtlCol="0" anchor="ctr">
            <a:noAutofit/>
          </a:bodyPr>
          <a:lstStyle/>
          <a:p>
            <a:pPr lvl="0" algn="ctr">
              <a:spcBef>
                <a:spcPct val="0"/>
              </a:spcBef>
              <a:buClrTx/>
              <a:buSzPct val="90000"/>
            </a:pPr>
            <a:endParaRPr lang="en-CA" sz="1600" b="1" dirty="0">
              <a:solidFill>
                <a:schemeClr val="bg1"/>
              </a:solidFill>
              <a:cs typeface="Arial" pitchFamily="34" charset="0"/>
            </a:endParaRPr>
          </a:p>
        </p:txBody>
      </p:sp>
      <p:sp>
        <p:nvSpPr>
          <p:cNvPr id="7" name="Slide Number Placeholder 5">
            <a:extLst>
              <a:ext uri="{FF2B5EF4-FFF2-40B4-BE49-F238E27FC236}">
                <a16:creationId xmlns:a16="http://schemas.microsoft.com/office/drawing/2014/main" id="{C474D8A0-16FB-2542-B1F3-7CA2D1291518}"/>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dirty="0" smtClean="0">
                <a:solidFill>
                  <a:schemeClr val="tx1"/>
                </a:solidFill>
                <a:latin typeface="+mn-lt"/>
                <a:ea typeface="+mn-ea"/>
                <a:cs typeface="Arial" pitchFamily="34" charset="0"/>
              </a:defRPr>
            </a:lvl1pPr>
          </a:lstStyle>
          <a:p>
            <a:fld id="{525A3C56-E491-49B2-93F3-63532DF516BC}" type="slidenum">
              <a:rPr lang="en-CA" smtClean="0"/>
              <a:pPr/>
              <a:t>‹#›</a:t>
            </a:fld>
            <a:endParaRPr lang="en-CA" dirty="0"/>
          </a:p>
        </p:txBody>
      </p:sp>
      <p:sp>
        <p:nvSpPr>
          <p:cNvPr id="12" name="Titre 1">
            <a:extLst>
              <a:ext uri="{FF2B5EF4-FFF2-40B4-BE49-F238E27FC236}">
                <a16:creationId xmlns:a16="http://schemas.microsoft.com/office/drawing/2014/main" id="{4B0EAFBC-1A30-3845-B3FB-9DDCB8086A8B}"/>
              </a:ext>
            </a:extLst>
          </p:cNvPr>
          <p:cNvSpPr>
            <a:spLocks noGrp="1"/>
          </p:cNvSpPr>
          <p:nvPr>
            <p:ph type="title" hasCustomPrompt="1"/>
          </p:nvPr>
        </p:nvSpPr>
        <p:spPr>
          <a:xfrm>
            <a:off x="765737" y="683246"/>
            <a:ext cx="6108399" cy="531097"/>
          </a:xfrm>
        </p:spPr>
        <p:txBody>
          <a:bodyPr>
            <a:noAutofit/>
          </a:bodyPr>
          <a:lstStyle>
            <a:lvl1pPr>
              <a:defRPr sz="2800">
                <a:solidFill>
                  <a:schemeClr val="tx1"/>
                </a:solidFill>
              </a:defRPr>
            </a:lvl1pPr>
          </a:lstStyle>
          <a:p>
            <a:r>
              <a:rPr lang="en-CA" dirty="0"/>
              <a:t>Title</a:t>
            </a:r>
          </a:p>
        </p:txBody>
      </p:sp>
      <p:sp>
        <p:nvSpPr>
          <p:cNvPr id="13" name="Content Placeholder 20">
            <a:extLst>
              <a:ext uri="{FF2B5EF4-FFF2-40B4-BE49-F238E27FC236}">
                <a16:creationId xmlns:a16="http://schemas.microsoft.com/office/drawing/2014/main" id="{724BBC96-0D1F-2C4D-B3B5-A7EE6A8D87D1}"/>
              </a:ext>
            </a:extLst>
          </p:cNvPr>
          <p:cNvSpPr>
            <a:spLocks noGrp="1"/>
          </p:cNvSpPr>
          <p:nvPr>
            <p:ph sz="quarter" idx="18"/>
          </p:nvPr>
        </p:nvSpPr>
        <p:spPr>
          <a:xfrm>
            <a:off x="766763" y="1704110"/>
            <a:ext cx="6107373" cy="4123253"/>
          </a:xfrm>
          <a:prstGeom prst="rect">
            <a:avLst/>
          </a:prstGeom>
        </p:spPr>
        <p:txBody>
          <a:bodyPr lIns="0" tIns="0" rIns="0" bIns="0">
            <a:noAutofit/>
          </a:bodyPr>
          <a:lstStyle>
            <a:lvl1pPr marL="0" indent="0">
              <a:spcBef>
                <a:spcPts val="0"/>
              </a:spcBef>
              <a:buClrTx/>
              <a:buSzPct val="100000"/>
              <a:buFont typeface="Arial" panose="020B0604020202020204" pitchFamily="34" charset="0"/>
              <a:buNone/>
              <a:defRPr sz="2000">
                <a:solidFill>
                  <a:schemeClr val="tx1"/>
                </a:solidFill>
                <a:latin typeface="Arial" pitchFamily="34" charset="0"/>
              </a:defRPr>
            </a:lvl1pPr>
            <a:lvl2pPr marL="263525" indent="-263525">
              <a:spcBef>
                <a:spcPts val="500"/>
              </a:spcBef>
              <a:buClrTx/>
              <a:buSzPct val="100000"/>
              <a:buFont typeface="Arial" pitchFamily="34" charset="0"/>
              <a:buChar char="•"/>
              <a:defRPr sz="2000" baseline="0">
                <a:solidFill>
                  <a:schemeClr val="tx1"/>
                </a:solidFill>
                <a:latin typeface="Arial" pitchFamily="34" charset="0"/>
              </a:defRPr>
            </a:lvl2pPr>
            <a:lvl3pPr marL="536575" indent="-273050">
              <a:spcBef>
                <a:spcPts val="500"/>
              </a:spcBef>
              <a:buClrTx/>
              <a:buSzPct val="100000"/>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Pct val="100000"/>
              <a:buFont typeface="Wingdings" panose="05000000000000000000" pitchFamily="2" charset="2"/>
              <a:buChar char="§"/>
              <a:defRPr sz="1600">
                <a:solidFill>
                  <a:schemeClr val="tx1"/>
                </a:solidFill>
                <a:latin typeface="Arial" pitchFamily="34" charset="0"/>
              </a:defRPr>
            </a:lvl4pPr>
            <a:lvl5pPr marL="1074738" indent="-263525">
              <a:spcBef>
                <a:spcPts val="500"/>
              </a:spcBef>
              <a:buClrTx/>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853783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_Cover page">
    <p:spTree>
      <p:nvGrpSpPr>
        <p:cNvPr id="1" name=""/>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146FB1F-1288-0940-9045-C8D45B183C4E}"/>
              </a:ext>
            </a:extLst>
          </p:cNvPr>
          <p:cNvSpPr>
            <a:spLocks noGrp="1"/>
          </p:cNvSpPr>
          <p:nvPr>
            <p:ph type="body" sz="quarter" idx="10" hasCustomPrompt="1"/>
          </p:nvPr>
        </p:nvSpPr>
        <p:spPr>
          <a:xfrm>
            <a:off x="737755" y="664970"/>
            <a:ext cx="4668116" cy="2910872"/>
          </a:xfrm>
          <a:prstGeom prst="rect">
            <a:avLst/>
          </a:prstGeom>
        </p:spPr>
        <p:txBody>
          <a:bodyPr lIns="0" tIns="0" rIns="0" bIns="0"/>
          <a:lstStyle>
            <a:lvl1pPr marL="0" marR="0" indent="0" algn="l" defTabSz="914400" rtl="0" eaLnBrk="1" fontAlgn="auto" latinLnBrk="0" hangingPunct="1">
              <a:lnSpc>
                <a:spcPts val="7000"/>
              </a:lnSpc>
              <a:spcBef>
                <a:spcPct val="20000"/>
              </a:spcBef>
              <a:spcAft>
                <a:spcPts val="0"/>
              </a:spcAft>
              <a:buClrTx/>
              <a:buSzTx/>
              <a:buFont typeface="Arial" pitchFamily="34" charset="0"/>
              <a:buNone/>
              <a:tabLst/>
              <a:defRPr sz="6500"/>
            </a:lvl1pPr>
          </a:lstStyle>
          <a:p>
            <a:pPr lvl="0"/>
            <a:r>
              <a:rPr lang="en-CA" dirty="0"/>
              <a:t>Presentation title</a:t>
            </a:r>
          </a:p>
        </p:txBody>
      </p:sp>
      <p:sp>
        <p:nvSpPr>
          <p:cNvPr id="9" name="Espace réservé du texte 7">
            <a:extLst>
              <a:ext uri="{FF2B5EF4-FFF2-40B4-BE49-F238E27FC236}">
                <a16:creationId xmlns:a16="http://schemas.microsoft.com/office/drawing/2014/main" id="{5CD6B7C3-552A-1644-82F4-B1B9359D14C0}"/>
              </a:ext>
            </a:extLst>
          </p:cNvPr>
          <p:cNvSpPr>
            <a:spLocks noGrp="1"/>
          </p:cNvSpPr>
          <p:nvPr>
            <p:ph type="body" sz="quarter" idx="14" hasCustomPrompt="1"/>
          </p:nvPr>
        </p:nvSpPr>
        <p:spPr>
          <a:xfrm>
            <a:off x="766763" y="4173805"/>
            <a:ext cx="4698710" cy="765270"/>
          </a:xfrm>
          <a:prstGeom prst="rect">
            <a:avLst/>
          </a:prstGeom>
        </p:spPr>
        <p:txBody>
          <a:bodyPr lIns="0" tIns="0" rIns="0" bIns="0" anchor="b"/>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200" b="0"/>
            </a:lvl1pPr>
          </a:lstStyle>
          <a:p>
            <a:pPr lvl="0"/>
            <a:r>
              <a:rPr lang="en-CA" dirty="0"/>
              <a:t>Name, role</a:t>
            </a:r>
            <a:br>
              <a:rPr lang="en-CA" dirty="0"/>
            </a:br>
            <a:r>
              <a:rPr lang="en-CA" dirty="0"/>
              <a:t>Date</a:t>
            </a:r>
          </a:p>
        </p:txBody>
      </p:sp>
      <p:pic>
        <p:nvPicPr>
          <p:cNvPr id="10" name="Image 9">
            <a:extLst>
              <a:ext uri="{FF2B5EF4-FFF2-40B4-BE49-F238E27FC236}">
                <a16:creationId xmlns:a16="http://schemas.microsoft.com/office/drawing/2014/main" id="{F651954F-2676-5244-99E5-686FBF8B3F1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66763" y="5372174"/>
            <a:ext cx="1549400" cy="720651"/>
          </a:xfrm>
          <a:prstGeom prst="rect">
            <a:avLst/>
          </a:prstGeom>
        </p:spPr>
      </p:pic>
      <p:sp>
        <p:nvSpPr>
          <p:cNvPr id="12" name="Picture Placeholder 2"/>
          <p:cNvSpPr>
            <a:spLocks noGrp="1"/>
          </p:cNvSpPr>
          <p:nvPr>
            <p:ph type="pic" sz="quarter" idx="16"/>
          </p:nvPr>
        </p:nvSpPr>
        <p:spPr>
          <a:xfrm>
            <a:off x="6142038" y="777875"/>
            <a:ext cx="5308600" cy="5295900"/>
          </a:xfrm>
          <a:prstGeom prst="rect">
            <a:avLst/>
          </a:prstGeom>
        </p:spPr>
        <p:txBody>
          <a:bodyPr/>
          <a:lstStyle>
            <a:lvl1pPr marL="0" indent="0">
              <a:buNone/>
              <a:defRPr/>
            </a:lvl1pPr>
          </a:lstStyle>
          <a:p>
            <a:r>
              <a:rPr lang="en-US"/>
              <a:t>Click icon to add picture</a:t>
            </a:r>
            <a:endParaRPr lang="en-GB"/>
          </a:p>
        </p:txBody>
      </p:sp>
    </p:spTree>
    <p:extLst>
      <p:ext uri="{BB962C8B-B14F-4D97-AF65-F5344CB8AC3E}">
        <p14:creationId xmlns:p14="http://schemas.microsoft.com/office/powerpoint/2010/main" val="2477368145"/>
      </p:ext>
    </p:extLst>
  </p:cSld>
  <p:clrMapOvr>
    <a:masterClrMapping/>
  </p:clrMapOvr>
  <p:extLst>
    <p:ext uri="{DCECCB84-F9BA-43D5-87BE-67443E8EF086}">
      <p15:sldGuideLst xmlns:p15="http://schemas.microsoft.com/office/powerpoint/2012/main">
        <p15:guide id="3" pos="7673">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Cover page - Graphic device A gradient">
    <p:spTree>
      <p:nvGrpSpPr>
        <p:cNvPr id="1" name=""/>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146FB1F-1288-0940-9045-C8D45B183C4E}"/>
              </a:ext>
            </a:extLst>
          </p:cNvPr>
          <p:cNvSpPr>
            <a:spLocks noGrp="1"/>
          </p:cNvSpPr>
          <p:nvPr>
            <p:ph type="body" sz="quarter" idx="10" hasCustomPrompt="1"/>
          </p:nvPr>
        </p:nvSpPr>
        <p:spPr>
          <a:xfrm>
            <a:off x="737755" y="664970"/>
            <a:ext cx="4668116" cy="2910872"/>
          </a:xfrm>
          <a:prstGeom prst="rect">
            <a:avLst/>
          </a:prstGeom>
        </p:spPr>
        <p:txBody>
          <a:bodyPr lIns="0" tIns="0" rIns="0" bIns="0"/>
          <a:lstStyle>
            <a:lvl1pPr marL="0" marR="0" indent="0" algn="l" defTabSz="914400" rtl="0" eaLnBrk="1" fontAlgn="auto" latinLnBrk="0" hangingPunct="1">
              <a:lnSpc>
                <a:spcPts val="7000"/>
              </a:lnSpc>
              <a:spcBef>
                <a:spcPct val="20000"/>
              </a:spcBef>
              <a:spcAft>
                <a:spcPts val="0"/>
              </a:spcAft>
              <a:buClrTx/>
              <a:buSzTx/>
              <a:buFont typeface="Arial" pitchFamily="34" charset="0"/>
              <a:buNone/>
              <a:tabLst/>
              <a:defRPr sz="6500"/>
            </a:lvl1pPr>
          </a:lstStyle>
          <a:p>
            <a:pPr lvl="0"/>
            <a:r>
              <a:rPr lang="en-CA" dirty="0"/>
              <a:t>Presentation title</a:t>
            </a:r>
          </a:p>
        </p:txBody>
      </p:sp>
      <p:sp>
        <p:nvSpPr>
          <p:cNvPr id="11" name="Espace réservé du texte 7">
            <a:extLst>
              <a:ext uri="{FF2B5EF4-FFF2-40B4-BE49-F238E27FC236}">
                <a16:creationId xmlns:a16="http://schemas.microsoft.com/office/drawing/2014/main" id="{E88D5AAF-B2FE-6B4B-856F-AEBF1B7CA885}"/>
              </a:ext>
            </a:extLst>
          </p:cNvPr>
          <p:cNvSpPr>
            <a:spLocks noGrp="1"/>
          </p:cNvSpPr>
          <p:nvPr>
            <p:ph type="body" sz="quarter" idx="14" hasCustomPrompt="1"/>
          </p:nvPr>
        </p:nvSpPr>
        <p:spPr>
          <a:xfrm>
            <a:off x="766763" y="4173805"/>
            <a:ext cx="4698710" cy="765270"/>
          </a:xfrm>
          <a:prstGeom prst="rect">
            <a:avLst/>
          </a:prstGeom>
        </p:spPr>
        <p:txBody>
          <a:bodyPr lIns="0" tIns="0" rIns="0" bIns="0" anchor="b"/>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200" b="0"/>
            </a:lvl1pPr>
          </a:lstStyle>
          <a:p>
            <a:pPr lvl="0"/>
            <a:r>
              <a:rPr lang="en-CA" dirty="0"/>
              <a:t>Name, role</a:t>
            </a:r>
            <a:br>
              <a:rPr lang="en-CA" dirty="0"/>
            </a:br>
            <a:r>
              <a:rPr lang="en-CA" dirty="0"/>
              <a:t>Date</a:t>
            </a:r>
          </a:p>
        </p:txBody>
      </p:sp>
      <p:pic>
        <p:nvPicPr>
          <p:cNvPr id="9" name="Image 8">
            <a:extLst>
              <a:ext uri="{FF2B5EF4-FFF2-40B4-BE49-F238E27FC236}">
                <a16:creationId xmlns:a16="http://schemas.microsoft.com/office/drawing/2014/main" id="{B142EA7E-7671-1041-9B84-5BBD9C4FE6A7}"/>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66763" y="5372174"/>
            <a:ext cx="1549400" cy="720651"/>
          </a:xfrm>
          <a:prstGeom prst="rect">
            <a:avLst/>
          </a:prstGeom>
        </p:spPr>
      </p:pic>
      <p:sp>
        <p:nvSpPr>
          <p:cNvPr id="10" name="Forme libre 13">
            <a:extLst>
              <a:ext uri="{FF2B5EF4-FFF2-40B4-BE49-F238E27FC236}">
                <a16:creationId xmlns:a16="http://schemas.microsoft.com/office/drawing/2014/main" id="{79626CFD-1629-2544-9AD3-2499163FF9F0}"/>
              </a:ext>
            </a:extLst>
          </p:cNvPr>
          <p:cNvSpPr>
            <a:spLocks noChangeAspect="1"/>
          </p:cNvSpPr>
          <p:nvPr userDrawn="1"/>
        </p:nvSpPr>
        <p:spPr bwMode="gray">
          <a:xfrm rot="16200000">
            <a:off x="6127844" y="773451"/>
            <a:ext cx="5308296" cy="5308294"/>
          </a:xfrm>
          <a:custGeom>
            <a:avLst/>
            <a:gdLst>
              <a:gd name="connsiteX0" fmla="*/ 0 w 3168353"/>
              <a:gd name="connsiteY0" fmla="*/ 3168352 h 3168352"/>
              <a:gd name="connsiteX1" fmla="*/ 0 w 3168353"/>
              <a:gd name="connsiteY1" fmla="*/ 1902429 h 3168352"/>
              <a:gd name="connsiteX2" fmla="*/ 1902430 w 3168353"/>
              <a:gd name="connsiteY2" fmla="*/ 1902429 h 3168352"/>
              <a:gd name="connsiteX3" fmla="*/ 1902430 w 3168353"/>
              <a:gd name="connsiteY3" fmla="*/ 0 h 3168352"/>
              <a:gd name="connsiteX4" fmla="*/ 3168353 w 3168353"/>
              <a:gd name="connsiteY4" fmla="*/ 0 h 3168352"/>
              <a:gd name="connsiteX5" fmla="*/ 3168353 w 3168353"/>
              <a:gd name="connsiteY5" fmla="*/ 3168352 h 3168352"/>
              <a:gd name="connsiteX6" fmla="*/ 1902430 w 3168353"/>
              <a:gd name="connsiteY6" fmla="*/ 3168352 h 3168352"/>
              <a:gd name="connsiteX7" fmla="*/ 1902430 w 3168353"/>
              <a:gd name="connsiteY7" fmla="*/ 3168352 h 3168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8353" h="3168352">
                <a:moveTo>
                  <a:pt x="0" y="3168352"/>
                </a:moveTo>
                <a:lnTo>
                  <a:pt x="0" y="1902429"/>
                </a:lnTo>
                <a:lnTo>
                  <a:pt x="1902430" y="1902429"/>
                </a:lnTo>
                <a:lnTo>
                  <a:pt x="1902430" y="0"/>
                </a:lnTo>
                <a:lnTo>
                  <a:pt x="3168353" y="0"/>
                </a:lnTo>
                <a:lnTo>
                  <a:pt x="3168353" y="3168352"/>
                </a:lnTo>
                <a:lnTo>
                  <a:pt x="1902430" y="3168352"/>
                </a:lnTo>
                <a:lnTo>
                  <a:pt x="1902430" y="3168352"/>
                </a:lnTo>
                <a:close/>
              </a:path>
            </a:pathLst>
          </a:custGeom>
          <a:gradFill flip="none" rotWithShape="1">
            <a:gsLst>
              <a:gs pos="60000">
                <a:srgbClr val="A82465"/>
              </a:gs>
              <a:gs pos="0">
                <a:srgbClr val="E31937"/>
              </a:gs>
              <a:gs pos="100000">
                <a:srgbClr val="5236AB"/>
              </a:gs>
            </a:gsLst>
            <a:lin ang="0" scaled="0"/>
            <a:tileRect/>
          </a:gradFill>
          <a:ln w="9525" algn="ctr">
            <a:noFill/>
            <a:miter lim="800000"/>
            <a:headEnd/>
            <a:tailEnd/>
          </a:ln>
          <a:effectLst/>
        </p:spPr>
        <p:txBody>
          <a:bodyPr lIns="63500" tIns="0" rIns="64800" bIns="0" rtlCol="0" anchor="ctr"/>
          <a:lstStyle/>
          <a:p>
            <a:pPr lvl="0" algn="ctr">
              <a:spcBef>
                <a:spcPct val="0"/>
              </a:spcBef>
              <a:buClrTx/>
              <a:buSzPct val="90000"/>
            </a:pPr>
            <a:endParaRPr lang="en-CA" sz="1600" b="1" dirty="0">
              <a:solidFill>
                <a:schemeClr val="bg1"/>
              </a:solidFill>
              <a:cs typeface="Arial" pitchFamily="34" charset="0"/>
            </a:endParaRPr>
          </a:p>
        </p:txBody>
      </p:sp>
    </p:spTree>
    <p:extLst>
      <p:ext uri="{BB962C8B-B14F-4D97-AF65-F5344CB8AC3E}">
        <p14:creationId xmlns:p14="http://schemas.microsoft.com/office/powerpoint/2010/main" val="630496547"/>
      </p:ext>
    </p:extLst>
  </p:cSld>
  <p:clrMapOvr>
    <a:masterClrMapping/>
  </p:clrMapOvr>
  <p:extLst>
    <p:ext uri="{DCECCB84-F9BA-43D5-87BE-67443E8EF086}">
      <p15:sldGuideLst xmlns:p15="http://schemas.microsoft.com/office/powerpoint/2012/main">
        <p15:guide id="3" pos="7673">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55E4144-6646-C747-B762-94F6E0C3EFB5}"/>
              </a:ext>
            </a:extLst>
          </p:cNvPr>
          <p:cNvSpPr/>
          <p:nvPr userDrawn="1"/>
        </p:nvSpPr>
        <p:spPr bwMode="gray">
          <a:xfrm flipH="1">
            <a:off x="0" y="0"/>
            <a:ext cx="12199459" cy="6858000"/>
          </a:xfrm>
          <a:prstGeom prst="rect">
            <a:avLst/>
          </a:prstGeom>
          <a:gradFill>
            <a:gsLst>
              <a:gs pos="100000">
                <a:srgbClr val="991F3D"/>
              </a:gs>
              <a:gs pos="66000">
                <a:srgbClr val="E31937"/>
              </a:gs>
              <a:gs pos="33000">
                <a:srgbClr val="FF6A00"/>
              </a:gs>
              <a:gs pos="0">
                <a:srgbClr val="FFCDD2"/>
              </a:gs>
            </a:gsLst>
            <a:lin ang="0" scaled="0"/>
          </a:gradFill>
          <a:ln w="9525" algn="ctr">
            <a:noFill/>
            <a:miter lim="800000"/>
            <a:headEnd/>
            <a:tailEnd/>
          </a:ln>
          <a:effectLst/>
        </p:spPr>
        <p:txBody>
          <a:bodyPr lIns="63500" tIns="0" rIns="64800" bIns="0" rtlCol="0" anchor="ctr"/>
          <a:lstStyle/>
          <a:p>
            <a:pPr lvl="0" algn="ctr">
              <a:spcBef>
                <a:spcPct val="0"/>
              </a:spcBef>
              <a:buClrTx/>
              <a:buSzPct val="90000"/>
            </a:pPr>
            <a:endParaRPr lang="en-CA" sz="1600" b="1" dirty="0">
              <a:solidFill>
                <a:schemeClr val="bg1"/>
              </a:solidFill>
              <a:cs typeface="Arial" pitchFamily="34" charset="0"/>
            </a:endParaRPr>
          </a:p>
        </p:txBody>
      </p:sp>
      <p:sp>
        <p:nvSpPr>
          <p:cNvPr id="13" name="Subtitle 2"/>
          <p:cNvSpPr>
            <a:spLocks noGrp="1"/>
          </p:cNvSpPr>
          <p:nvPr>
            <p:ph type="subTitle" idx="1" hasCustomPrompt="1"/>
          </p:nvPr>
        </p:nvSpPr>
        <p:spPr bwMode="white">
          <a:xfrm>
            <a:off x="785230" y="3119636"/>
            <a:ext cx="6119812" cy="2051078"/>
          </a:xfrm>
          <a:prstGeom prst="rect">
            <a:avLst/>
          </a:prstGeom>
        </p:spPr>
        <p:txBody>
          <a:bodyPr lIns="0" tIns="0" rIns="0" bIns="0" anchor="t" anchorCtr="0">
            <a:noAutofit/>
          </a:bodyPr>
          <a:lstStyle>
            <a:lvl1pPr marL="0" indent="0" algn="l">
              <a:spcBef>
                <a:spcPts val="0"/>
              </a:spcBef>
              <a:buNone/>
              <a:defRPr sz="2400" b="1">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CA" noProof="0" dirty="0"/>
              <a:t>Subtitle if required</a:t>
            </a:r>
          </a:p>
        </p:txBody>
      </p:sp>
      <p:sp>
        <p:nvSpPr>
          <p:cNvPr id="11" name="Titr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48799" y="635964"/>
            <a:ext cx="6139363" cy="2226506"/>
          </a:xfrm>
        </p:spPr>
        <p:txBody>
          <a:bodyPr>
            <a:noAutofit/>
          </a:bodyPr>
          <a:lstStyle>
            <a:lvl1pPr>
              <a:defRPr sz="4800">
                <a:solidFill>
                  <a:schemeClr val="bg2"/>
                </a:solidFill>
              </a:defRPr>
            </a:lvl1pPr>
          </a:lstStyle>
          <a:p>
            <a:r>
              <a:rPr lang="en-CA" dirty="0"/>
              <a:t>Divider slide</a:t>
            </a:r>
          </a:p>
        </p:txBody>
      </p:sp>
      <p:sp>
        <p:nvSpPr>
          <p:cNvPr id="9" name="Slide Number Placeholder 5">
            <a:extLst>
              <a:ext uri="{FF2B5EF4-FFF2-40B4-BE49-F238E27FC236}">
                <a16:creationId xmlns:a16="http://schemas.microsoft.com/office/drawing/2014/main" id="{3FF155A6-933D-3F47-A921-0C019D14B70F}"/>
              </a:ext>
            </a:extLst>
          </p:cNvPr>
          <p:cNvSpPr>
            <a:spLocks noGrp="1"/>
          </p:cNvSpPr>
          <p:nvPr>
            <p:ph type="sldNum" sz="quarter" idx="4"/>
          </p:nvPr>
        </p:nvSpPr>
        <p:spPr bwMode="black">
          <a:xfrm>
            <a:off x="11163034" y="6264308"/>
            <a:ext cx="261660" cy="169200"/>
          </a:xfrm>
          <a:prstGeom prst="rect">
            <a:avLst/>
          </a:prstGeom>
        </p:spPr>
        <p:txBody>
          <a:bodyPr wrap="square" lIns="0" tIns="0" rIns="0" bIns="0" anchor="ctr" anchorCtr="0">
            <a:noAutofit/>
          </a:bodyPr>
          <a:lstStyle>
            <a:lvl1pPr algn="r">
              <a:defRPr lang="en-GB" sz="1000" kern="1200" noProof="0" dirty="0" smtClean="0">
                <a:solidFill>
                  <a:schemeClr val="bg2"/>
                </a:solidFill>
                <a:latin typeface="+mn-lt"/>
                <a:ea typeface="+mn-ea"/>
                <a:cs typeface="Arial" pitchFamily="34" charset="0"/>
              </a:defRPr>
            </a:lvl1pPr>
          </a:lstStyle>
          <a:p>
            <a:fld id="{525A3C56-E491-49B2-93F3-63532DF516BC}" type="slidenum">
              <a:rPr lang="en-CA" smtClean="0"/>
              <a:pPr/>
              <a:t>‹#›</a:t>
            </a:fld>
            <a:endParaRPr lang="en-CA" dirty="0"/>
          </a:p>
        </p:txBody>
      </p:sp>
      <p:sp>
        <p:nvSpPr>
          <p:cNvPr id="12" name="TextBox 95" descr="Copyright_box&#10;">
            <a:extLst>
              <a:ext uri="{FF2B5EF4-FFF2-40B4-BE49-F238E27FC236}">
                <a16:creationId xmlns:a16="http://schemas.microsoft.com/office/drawing/2014/main" id="{7A8DA9F1-CF08-104D-87AD-2C7918C70554}"/>
              </a:ext>
            </a:extLst>
          </p:cNvPr>
          <p:cNvSpPr txBox="1"/>
          <p:nvPr userDrawn="1"/>
        </p:nvSpPr>
        <p:spPr bwMode="white">
          <a:xfrm>
            <a:off x="766763" y="6264308"/>
            <a:ext cx="1920658" cy="169200"/>
          </a:xfrm>
          <a:prstGeom prst="rect">
            <a:avLst/>
          </a:prstGeom>
          <a:noFill/>
          <a:ln w="9525" algn="ctr">
            <a:noFill/>
            <a:miter lim="800000"/>
            <a:headEnd/>
            <a:tailEnd/>
          </a:ln>
          <a:effectLst/>
        </p:spPr>
        <p:txBody>
          <a:bodyPr vert="horz" wrap="none" lIns="0" tIns="0" rIns="0" bIns="0" rtlCol="0" anchor="ctr" anchorCtr="0">
            <a:noAutofit/>
          </a:bodyPr>
          <a:lstStyle/>
          <a:p>
            <a:pPr algn="l"/>
            <a:r>
              <a:rPr lang="en-CA" sz="1000">
                <a:solidFill>
                  <a:schemeClr val="bg2"/>
                </a:solidFill>
                <a:latin typeface="+mn-lt"/>
              </a:rPr>
              <a:t>© 20XX </a:t>
            </a:r>
            <a:r>
              <a:rPr lang="en-CA" sz="1000" dirty="0">
                <a:solidFill>
                  <a:schemeClr val="bg2"/>
                </a:solidFill>
                <a:latin typeface="+mn-lt"/>
              </a:rPr>
              <a:t>CGI Inc.</a:t>
            </a:r>
            <a:endParaRPr lang="en-CA" sz="1000" b="0" i="0" u="none" dirty="0">
              <a:solidFill>
                <a:schemeClr val="bg2"/>
              </a:solidFill>
              <a:latin typeface="+mn-lt"/>
              <a:cs typeface="Arial" pitchFamily="34" charset="0"/>
            </a:endParaRPr>
          </a:p>
        </p:txBody>
      </p:sp>
      <p:sp>
        <p:nvSpPr>
          <p:cNvPr id="7" name="MSIPCMContentMarking" descr="CONFIDENTIAL_TAG_0xFFEE">
            <a:extLst>
              <a:ext uri="{FF2B5EF4-FFF2-40B4-BE49-F238E27FC236}">
                <a16:creationId xmlns:a16="http://schemas.microsoft.com/office/drawing/2014/main" id="{6A396CF3-99DC-6D4D-BA72-C9C45E44A083}"/>
              </a:ext>
            </a:extLst>
          </p:cNvPr>
          <p:cNvSpPr txBox="1"/>
          <p:nvPr userDrawn="1"/>
        </p:nvSpPr>
        <p:spPr bwMode="auto">
          <a:xfrm>
            <a:off x="8901113" y="6273302"/>
            <a:ext cx="1638873" cy="169200"/>
          </a:xfrm>
          <a:prstGeom prst="rect">
            <a:avLst/>
          </a:prstGeom>
          <a:noFill/>
          <a:ln w="9525" algn="ctr">
            <a:noFill/>
            <a:miter lim="800000"/>
            <a:headEnd/>
            <a:tailEnd/>
          </a:ln>
          <a:effectLst>
            <a:glow>
              <a:srgbClr val="000000"/>
            </a:glow>
          </a:effectLst>
        </p:spPr>
        <p:txBody>
          <a:bodyPr vert="horz" wrap="square" lIns="0" tIns="0" rIns="0" bIns="0"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dirty="0">
                <a:ln>
                  <a:noFill/>
                </a:ln>
                <a:solidFill>
                  <a:schemeClr val="bg1"/>
                </a:solidFill>
                <a:effectLst/>
                <a:uLnTx/>
                <a:uFillTx/>
                <a:latin typeface="+mn-lt"/>
                <a:ea typeface="+mn-ea"/>
                <a:cs typeface="Arial" pitchFamily="34" charset="0"/>
              </a:rPr>
              <a:t>Internal</a:t>
            </a:r>
          </a:p>
        </p:txBody>
      </p:sp>
    </p:spTree>
    <p:extLst>
      <p:ext uri="{BB962C8B-B14F-4D97-AF65-F5344CB8AC3E}">
        <p14:creationId xmlns:p14="http://schemas.microsoft.com/office/powerpoint/2010/main" val="348983208"/>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Header 2">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55E4144-6646-C747-B762-94F6E0C3EFB5}"/>
              </a:ext>
            </a:extLst>
          </p:cNvPr>
          <p:cNvSpPr/>
          <p:nvPr userDrawn="1"/>
        </p:nvSpPr>
        <p:spPr bwMode="gray">
          <a:xfrm flipH="1">
            <a:off x="0" y="0"/>
            <a:ext cx="12199459" cy="6858000"/>
          </a:xfrm>
          <a:prstGeom prst="rect">
            <a:avLst/>
          </a:prstGeom>
          <a:gradFill flip="none" rotWithShape="1">
            <a:gsLst>
              <a:gs pos="60000">
                <a:srgbClr val="A82465"/>
              </a:gs>
              <a:gs pos="0">
                <a:srgbClr val="E31937"/>
              </a:gs>
              <a:gs pos="100000">
                <a:srgbClr val="5236AB"/>
              </a:gs>
            </a:gsLst>
            <a:lin ang="0" scaled="0"/>
            <a:tileRect/>
          </a:gradFill>
          <a:ln w="9525" algn="ctr">
            <a:noFill/>
            <a:miter lim="800000"/>
            <a:headEnd/>
            <a:tailEnd/>
          </a:ln>
          <a:effectLst/>
        </p:spPr>
        <p:txBody>
          <a:bodyPr lIns="63500" tIns="0" rIns="64800" bIns="0" rtlCol="0" anchor="ctr">
            <a:noAutofit/>
          </a:bodyPr>
          <a:lstStyle/>
          <a:p>
            <a:pPr lvl="0" algn="ctr">
              <a:spcBef>
                <a:spcPct val="0"/>
              </a:spcBef>
              <a:buClrTx/>
              <a:buSzPct val="90000"/>
            </a:pPr>
            <a:endParaRPr lang="en-CA" sz="1600" b="1" dirty="0">
              <a:solidFill>
                <a:schemeClr val="bg1"/>
              </a:solidFill>
              <a:cs typeface="Arial" pitchFamily="34" charset="0"/>
            </a:endParaRPr>
          </a:p>
        </p:txBody>
      </p:sp>
      <p:sp>
        <p:nvSpPr>
          <p:cNvPr id="13" name="Subtitle 2"/>
          <p:cNvSpPr>
            <a:spLocks noGrp="1"/>
          </p:cNvSpPr>
          <p:nvPr>
            <p:ph type="subTitle" idx="1" hasCustomPrompt="1"/>
          </p:nvPr>
        </p:nvSpPr>
        <p:spPr bwMode="white">
          <a:xfrm>
            <a:off x="785230" y="3119636"/>
            <a:ext cx="6119812" cy="2051078"/>
          </a:xfrm>
          <a:prstGeom prst="rect">
            <a:avLst/>
          </a:prstGeom>
        </p:spPr>
        <p:txBody>
          <a:bodyPr lIns="0" tIns="0" rIns="0" bIns="0" anchor="t" anchorCtr="0">
            <a:noAutofit/>
          </a:bodyPr>
          <a:lstStyle>
            <a:lvl1pPr marL="0" indent="0" algn="l">
              <a:spcBef>
                <a:spcPts val="0"/>
              </a:spcBef>
              <a:buNone/>
              <a:defRPr sz="2400" b="1">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CA" noProof="0" dirty="0"/>
              <a:t>Subtitle if required</a:t>
            </a:r>
          </a:p>
        </p:txBody>
      </p:sp>
      <p:sp>
        <p:nvSpPr>
          <p:cNvPr id="11" name="Titr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48799" y="635964"/>
            <a:ext cx="6139363" cy="2226506"/>
          </a:xfrm>
        </p:spPr>
        <p:txBody>
          <a:bodyPr>
            <a:noAutofit/>
          </a:bodyPr>
          <a:lstStyle>
            <a:lvl1pPr>
              <a:defRPr sz="4800">
                <a:solidFill>
                  <a:schemeClr val="bg2"/>
                </a:solidFill>
              </a:defRPr>
            </a:lvl1pPr>
          </a:lstStyle>
          <a:p>
            <a:r>
              <a:rPr lang="en-CA" dirty="0"/>
              <a:t>Divider slide</a:t>
            </a:r>
          </a:p>
        </p:txBody>
      </p:sp>
      <p:sp>
        <p:nvSpPr>
          <p:cNvPr id="9" name="Slide Number Placeholder 5">
            <a:extLst>
              <a:ext uri="{FF2B5EF4-FFF2-40B4-BE49-F238E27FC236}">
                <a16:creationId xmlns:a16="http://schemas.microsoft.com/office/drawing/2014/main" id="{3FF155A6-933D-3F47-A921-0C019D14B70F}"/>
              </a:ext>
            </a:extLst>
          </p:cNvPr>
          <p:cNvSpPr>
            <a:spLocks noGrp="1"/>
          </p:cNvSpPr>
          <p:nvPr>
            <p:ph type="sldNum" sz="quarter" idx="4"/>
          </p:nvPr>
        </p:nvSpPr>
        <p:spPr bwMode="black">
          <a:xfrm>
            <a:off x="11163034" y="6264308"/>
            <a:ext cx="261660" cy="169200"/>
          </a:xfrm>
          <a:prstGeom prst="rect">
            <a:avLst/>
          </a:prstGeom>
        </p:spPr>
        <p:txBody>
          <a:bodyPr wrap="square" lIns="0" tIns="0" rIns="0" bIns="0" anchor="ctr" anchorCtr="0">
            <a:noAutofit/>
          </a:bodyPr>
          <a:lstStyle>
            <a:lvl1pPr algn="r">
              <a:defRPr lang="en-GB" sz="1000" kern="1200" noProof="0" dirty="0" smtClean="0">
                <a:solidFill>
                  <a:schemeClr val="bg2"/>
                </a:solidFill>
                <a:latin typeface="+mn-lt"/>
                <a:ea typeface="+mn-ea"/>
                <a:cs typeface="Arial" pitchFamily="34" charset="0"/>
              </a:defRPr>
            </a:lvl1pPr>
          </a:lstStyle>
          <a:p>
            <a:fld id="{525A3C56-E491-49B2-93F3-63532DF516BC}" type="slidenum">
              <a:rPr lang="en-CA" smtClean="0"/>
              <a:pPr/>
              <a:t>‹#›</a:t>
            </a:fld>
            <a:endParaRPr lang="en-CA" dirty="0"/>
          </a:p>
        </p:txBody>
      </p:sp>
      <p:sp>
        <p:nvSpPr>
          <p:cNvPr id="12" name="TextBox 95" descr="Copyright_box&#10;">
            <a:extLst>
              <a:ext uri="{FF2B5EF4-FFF2-40B4-BE49-F238E27FC236}">
                <a16:creationId xmlns:a16="http://schemas.microsoft.com/office/drawing/2014/main" id="{7A8DA9F1-CF08-104D-87AD-2C7918C70554}"/>
              </a:ext>
            </a:extLst>
          </p:cNvPr>
          <p:cNvSpPr txBox="1"/>
          <p:nvPr userDrawn="1"/>
        </p:nvSpPr>
        <p:spPr bwMode="white">
          <a:xfrm>
            <a:off x="766763" y="6264308"/>
            <a:ext cx="1920658" cy="169200"/>
          </a:xfrm>
          <a:prstGeom prst="rect">
            <a:avLst/>
          </a:prstGeom>
          <a:noFill/>
          <a:ln w="9525" algn="ctr">
            <a:noFill/>
            <a:miter lim="800000"/>
            <a:headEnd/>
            <a:tailEnd/>
          </a:ln>
          <a:effectLst/>
        </p:spPr>
        <p:txBody>
          <a:bodyPr vert="horz" wrap="none" lIns="0" tIns="0" rIns="0" bIns="0" rtlCol="0" anchor="ctr" anchorCtr="0">
            <a:noAutofit/>
          </a:bodyPr>
          <a:lstStyle/>
          <a:p>
            <a:pPr algn="l"/>
            <a:r>
              <a:rPr lang="en-CA" sz="1000">
                <a:solidFill>
                  <a:schemeClr val="bg2"/>
                </a:solidFill>
                <a:latin typeface="+mn-lt"/>
              </a:rPr>
              <a:t>© 20XX </a:t>
            </a:r>
            <a:r>
              <a:rPr lang="en-CA" sz="1000" dirty="0">
                <a:solidFill>
                  <a:schemeClr val="bg2"/>
                </a:solidFill>
                <a:latin typeface="+mn-lt"/>
              </a:rPr>
              <a:t>CGI Inc.</a:t>
            </a:r>
            <a:endParaRPr lang="en-CA" sz="1000" b="0" i="0" u="none" dirty="0">
              <a:solidFill>
                <a:schemeClr val="bg2"/>
              </a:solidFill>
              <a:latin typeface="+mn-lt"/>
              <a:cs typeface="Arial" pitchFamily="34" charset="0"/>
            </a:endParaRPr>
          </a:p>
        </p:txBody>
      </p:sp>
      <p:sp>
        <p:nvSpPr>
          <p:cNvPr id="7" name="MSIPCMContentMarking" descr="CONFIDENTIAL_TAG_0xFFEE">
            <a:extLst>
              <a:ext uri="{FF2B5EF4-FFF2-40B4-BE49-F238E27FC236}">
                <a16:creationId xmlns:a16="http://schemas.microsoft.com/office/drawing/2014/main" id="{4108DCD4-E748-7D45-BEA5-188450B911BC}"/>
              </a:ext>
            </a:extLst>
          </p:cNvPr>
          <p:cNvSpPr txBox="1"/>
          <p:nvPr userDrawn="1"/>
        </p:nvSpPr>
        <p:spPr bwMode="auto">
          <a:xfrm>
            <a:off x="8901113" y="6273302"/>
            <a:ext cx="1638873" cy="169200"/>
          </a:xfrm>
          <a:prstGeom prst="rect">
            <a:avLst/>
          </a:prstGeom>
          <a:noFill/>
          <a:ln w="9525" algn="ctr">
            <a:noFill/>
            <a:miter lim="800000"/>
            <a:headEnd/>
            <a:tailEnd/>
          </a:ln>
          <a:effectLst>
            <a:glow>
              <a:srgbClr val="000000"/>
            </a:glow>
          </a:effectLst>
        </p:spPr>
        <p:txBody>
          <a:bodyPr vert="horz" wrap="square" lIns="0" tIns="0" rIns="0" bIns="0"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dirty="0">
                <a:ln>
                  <a:noFill/>
                </a:ln>
                <a:solidFill>
                  <a:schemeClr val="bg1"/>
                </a:solidFill>
                <a:effectLst/>
                <a:uLnTx/>
                <a:uFillTx/>
                <a:latin typeface="+mn-lt"/>
                <a:ea typeface="+mn-ea"/>
                <a:cs typeface="Arial" pitchFamily="34" charset="0"/>
              </a:rPr>
              <a:t>Internal</a:t>
            </a:r>
          </a:p>
        </p:txBody>
      </p:sp>
    </p:spTree>
    <p:extLst>
      <p:ext uri="{BB962C8B-B14F-4D97-AF65-F5344CB8AC3E}">
        <p14:creationId xmlns:p14="http://schemas.microsoft.com/office/powerpoint/2010/main" val="3618614643"/>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slide 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0EDA744-5A8C-0A4A-A088-77F649B5DD0E}"/>
              </a:ext>
            </a:extLst>
          </p:cNvPr>
          <p:cNvSpPr/>
          <p:nvPr userDrawn="1"/>
        </p:nvSpPr>
        <p:spPr bwMode="gray">
          <a:xfrm flipH="1">
            <a:off x="0" y="3427200"/>
            <a:ext cx="6132512" cy="3430800"/>
          </a:xfrm>
          <a:prstGeom prst="rect">
            <a:avLst/>
          </a:prstGeom>
          <a:gradFill flip="none" rotWithShape="1">
            <a:gsLst>
              <a:gs pos="60000">
                <a:srgbClr val="A82465"/>
              </a:gs>
              <a:gs pos="0">
                <a:srgbClr val="E31937"/>
              </a:gs>
              <a:gs pos="100000">
                <a:srgbClr val="5236AB"/>
              </a:gs>
            </a:gsLst>
            <a:lin ang="0" scaled="0"/>
            <a:tileRect/>
          </a:gradFill>
          <a:ln w="9525" algn="ctr">
            <a:noFill/>
            <a:miter lim="800000"/>
            <a:headEnd/>
            <a:tailEnd/>
          </a:ln>
          <a:effectLst/>
        </p:spPr>
        <p:txBody>
          <a:bodyPr lIns="63500" tIns="0" rIns="64800" bIns="0" rtlCol="0" anchor="ctr">
            <a:noAutofit/>
          </a:bodyPr>
          <a:lstStyle/>
          <a:p>
            <a:pPr lvl="0" algn="ctr">
              <a:spcBef>
                <a:spcPct val="0"/>
              </a:spcBef>
              <a:buClrTx/>
              <a:buSzPct val="90000"/>
            </a:pPr>
            <a:endParaRPr lang="en-CA" sz="1600" b="1" dirty="0">
              <a:solidFill>
                <a:schemeClr val="bg1"/>
              </a:solidFill>
              <a:cs typeface="Arial" pitchFamily="34" charset="0"/>
            </a:endParaRPr>
          </a:p>
        </p:txBody>
      </p:sp>
      <p:sp>
        <p:nvSpPr>
          <p:cNvPr id="8" name="Rectangle 7">
            <a:extLst>
              <a:ext uri="{FF2B5EF4-FFF2-40B4-BE49-F238E27FC236}">
                <a16:creationId xmlns:a16="http://schemas.microsoft.com/office/drawing/2014/main" id="{38CDD583-B48A-C649-8518-3A586938C764}"/>
              </a:ext>
            </a:extLst>
          </p:cNvPr>
          <p:cNvSpPr/>
          <p:nvPr userDrawn="1"/>
        </p:nvSpPr>
        <p:spPr bwMode="gray">
          <a:xfrm flipH="1">
            <a:off x="-1" y="0"/>
            <a:ext cx="6132513" cy="3430800"/>
          </a:xfrm>
          <a:prstGeom prst="rect">
            <a:avLst/>
          </a:prstGeom>
          <a:gradFill>
            <a:gsLst>
              <a:gs pos="100000">
                <a:srgbClr val="991F3D"/>
              </a:gs>
              <a:gs pos="66000">
                <a:srgbClr val="E31937"/>
              </a:gs>
              <a:gs pos="33000">
                <a:srgbClr val="FF6A00"/>
              </a:gs>
              <a:gs pos="0">
                <a:srgbClr val="FFCDD2"/>
              </a:gs>
            </a:gsLst>
            <a:lin ang="0" scaled="0"/>
          </a:gradFill>
          <a:ln w="9525" algn="ctr">
            <a:noFill/>
            <a:miter lim="800000"/>
            <a:headEnd/>
            <a:tailEnd/>
          </a:ln>
          <a:effectLst/>
        </p:spPr>
        <p:txBody>
          <a:bodyPr lIns="63500" tIns="0" rIns="64800" bIns="0" rtlCol="0" anchor="ctr">
            <a:noAutofit/>
          </a:bodyPr>
          <a:lstStyle/>
          <a:p>
            <a:pPr lvl="0" algn="ctr">
              <a:spcBef>
                <a:spcPct val="0"/>
              </a:spcBef>
              <a:buClrTx/>
              <a:buSzPct val="90000"/>
            </a:pPr>
            <a:endParaRPr lang="en-CA" sz="1600" b="1" dirty="0">
              <a:solidFill>
                <a:schemeClr val="bg1"/>
              </a:solidFill>
              <a:cs typeface="Arial" pitchFamily="34" charset="0"/>
            </a:endParaRPr>
          </a:p>
        </p:txBody>
      </p:sp>
      <p:sp>
        <p:nvSpPr>
          <p:cNvPr id="3" name="Espace réservé du numéro de diapositive 2"/>
          <p:cNvSpPr>
            <a:spLocks noGrp="1"/>
          </p:cNvSpPr>
          <p:nvPr>
            <p:ph type="sldNum" sz="quarter" idx="10"/>
          </p:nvPr>
        </p:nvSpPr>
        <p:spPr/>
        <p:txBody>
          <a:bodyPr>
            <a:noAutofit/>
          </a:bodyPr>
          <a:lstStyle/>
          <a:p>
            <a:fld id="{525A3C56-E491-49B2-93F3-63532DF516BC}" type="slidenum">
              <a:rPr lang="en-CA" smtClean="0"/>
              <a:pPr/>
              <a:t>‹#›</a:t>
            </a:fld>
            <a:endParaRPr lang="en-CA" dirty="0"/>
          </a:p>
        </p:txBody>
      </p:sp>
      <p:sp>
        <p:nvSpPr>
          <p:cNvPr id="12" name="Espace réservé pour une image  54">
            <a:extLst>
              <a:ext uri="{FF2B5EF4-FFF2-40B4-BE49-F238E27FC236}">
                <a16:creationId xmlns:a16="http://schemas.microsoft.com/office/drawing/2014/main" id="{563D07F9-3377-B74F-B8B8-D9CBB4BD47DF}"/>
              </a:ext>
            </a:extLst>
          </p:cNvPr>
          <p:cNvSpPr>
            <a:spLocks noGrp="1"/>
          </p:cNvSpPr>
          <p:nvPr>
            <p:ph type="pic" sz="quarter" idx="12" hasCustomPrompt="1"/>
          </p:nvPr>
        </p:nvSpPr>
        <p:spPr>
          <a:xfrm>
            <a:off x="6888163" y="765174"/>
            <a:ext cx="4537075" cy="5327651"/>
          </a:xfrm>
          <a:prstGeom prst="rect">
            <a:avLst/>
          </a:prstGeom>
        </p:spPr>
        <p:txBody>
          <a:bodyPr>
            <a:noAutofit/>
          </a:bodyPr>
          <a:lstStyle>
            <a:lvl1pPr marL="0" indent="0">
              <a:buNone/>
              <a:defRPr sz="1200"/>
            </a:lvl1pPr>
          </a:lstStyle>
          <a:p>
            <a:r>
              <a:rPr lang="en-CA" sz="1200" dirty="0">
                <a:cs typeface="Arial" pitchFamily="34" charset="0"/>
              </a:rPr>
              <a:t>Click on the Image icon to change with a new picture located on your computer</a:t>
            </a:r>
            <a:endParaRPr lang="fr-FR" dirty="0"/>
          </a:p>
        </p:txBody>
      </p:sp>
      <p:sp>
        <p:nvSpPr>
          <p:cNvPr id="13" name="Titre 1">
            <a:extLst>
              <a:ext uri="{FF2B5EF4-FFF2-40B4-BE49-F238E27FC236}">
                <a16:creationId xmlns:a16="http://schemas.microsoft.com/office/drawing/2014/main" id="{1155DEE0-8370-E943-9B2D-42BE4FA5B4B4}"/>
              </a:ext>
            </a:extLst>
          </p:cNvPr>
          <p:cNvSpPr>
            <a:spLocks noGrp="1"/>
          </p:cNvSpPr>
          <p:nvPr>
            <p:ph type="title" hasCustomPrompt="1"/>
          </p:nvPr>
        </p:nvSpPr>
        <p:spPr bwMode="white">
          <a:xfrm>
            <a:off x="748800" y="635963"/>
            <a:ext cx="4591550" cy="2512589"/>
          </a:xfrm>
        </p:spPr>
        <p:txBody>
          <a:bodyPr>
            <a:noAutofit/>
          </a:bodyPr>
          <a:lstStyle>
            <a:lvl1pPr>
              <a:defRPr sz="4800">
                <a:solidFill>
                  <a:schemeClr val="bg2"/>
                </a:solidFill>
              </a:defRPr>
            </a:lvl1pPr>
          </a:lstStyle>
          <a:p>
            <a:r>
              <a:rPr lang="en-CA" dirty="0"/>
              <a:t>Divider slide title</a:t>
            </a:r>
          </a:p>
        </p:txBody>
      </p:sp>
      <p:sp>
        <p:nvSpPr>
          <p:cNvPr id="14" name="Espace réservé du texte 9">
            <a:extLst>
              <a:ext uri="{FF2B5EF4-FFF2-40B4-BE49-F238E27FC236}">
                <a16:creationId xmlns:a16="http://schemas.microsoft.com/office/drawing/2014/main" id="{E9522A59-F2EE-EC4A-B6B5-F01CEA5BDA27}"/>
              </a:ext>
            </a:extLst>
          </p:cNvPr>
          <p:cNvSpPr>
            <a:spLocks noGrp="1"/>
          </p:cNvSpPr>
          <p:nvPr>
            <p:ph type="body" sz="quarter" idx="13" hasCustomPrompt="1"/>
          </p:nvPr>
        </p:nvSpPr>
        <p:spPr bwMode="white">
          <a:xfrm>
            <a:off x="766763" y="3733013"/>
            <a:ext cx="4573587" cy="2359811"/>
          </a:xfrm>
          <a:prstGeom prst="rect">
            <a:avLst/>
          </a:prstGeom>
        </p:spPr>
        <p:txBody>
          <a:bodyPr lIns="0" tIns="0" rIns="0" bIns="0">
            <a:noAutofit/>
          </a:bodyPr>
          <a:lstStyle>
            <a:lvl1pPr marL="0" indent="0">
              <a:spcBef>
                <a:spcPts val="0"/>
              </a:spcBef>
              <a:buNone/>
              <a:defRPr sz="2400">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GB" dirty="0"/>
              <a:t>Subtitle, if required</a:t>
            </a:r>
            <a:endParaRPr lang="en-CA" dirty="0"/>
          </a:p>
        </p:txBody>
      </p:sp>
      <p:sp>
        <p:nvSpPr>
          <p:cNvPr id="10" name="TextBox 95" descr="Copyright_box&#10;">
            <a:extLst>
              <a:ext uri="{FF2B5EF4-FFF2-40B4-BE49-F238E27FC236}">
                <a16:creationId xmlns:a16="http://schemas.microsoft.com/office/drawing/2014/main" id="{D02A02E0-0D17-AB40-909D-5C93015337FF}"/>
              </a:ext>
            </a:extLst>
          </p:cNvPr>
          <p:cNvSpPr txBox="1"/>
          <p:nvPr userDrawn="1"/>
        </p:nvSpPr>
        <p:spPr bwMode="white">
          <a:xfrm>
            <a:off x="766763" y="6264308"/>
            <a:ext cx="1920658" cy="169200"/>
          </a:xfrm>
          <a:prstGeom prst="rect">
            <a:avLst/>
          </a:prstGeom>
          <a:noFill/>
          <a:ln w="9525" algn="ctr">
            <a:noFill/>
            <a:miter lim="800000"/>
            <a:headEnd/>
            <a:tailEnd/>
          </a:ln>
          <a:effectLst/>
        </p:spPr>
        <p:txBody>
          <a:bodyPr vert="horz" wrap="none" lIns="0" tIns="0" rIns="0" bIns="0" rtlCol="0" anchor="ctr" anchorCtr="0">
            <a:noAutofit/>
          </a:bodyPr>
          <a:lstStyle/>
          <a:p>
            <a:pPr algn="l"/>
            <a:r>
              <a:rPr lang="en-CA" sz="1000">
                <a:solidFill>
                  <a:schemeClr val="bg2"/>
                </a:solidFill>
                <a:latin typeface="+mn-lt"/>
              </a:rPr>
              <a:t>© 20XX </a:t>
            </a:r>
            <a:r>
              <a:rPr lang="en-CA" sz="1000" dirty="0">
                <a:solidFill>
                  <a:schemeClr val="bg2"/>
                </a:solidFill>
                <a:latin typeface="+mn-lt"/>
              </a:rPr>
              <a:t>CGI Inc.</a:t>
            </a:r>
            <a:endParaRPr lang="en-CA" sz="1000" b="0" i="0" u="none" dirty="0">
              <a:solidFill>
                <a:schemeClr val="bg2"/>
              </a:solidFill>
              <a:latin typeface="+mn-lt"/>
              <a:cs typeface="Arial" pitchFamily="34" charset="0"/>
            </a:endParaRPr>
          </a:p>
        </p:txBody>
      </p:sp>
    </p:spTree>
    <p:extLst>
      <p:ext uri="{BB962C8B-B14F-4D97-AF65-F5344CB8AC3E}">
        <p14:creationId xmlns:p14="http://schemas.microsoft.com/office/powerpoint/2010/main" val="14486679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CFA5DBCA-C3A7-554C-80CD-9B2E51986E26}"/>
              </a:ext>
            </a:extLst>
          </p:cNvPr>
          <p:cNvSpPr>
            <a:spLocks noGrp="1"/>
          </p:cNvSpPr>
          <p:nvPr>
            <p:ph type="sldNum" sz="quarter" idx="10"/>
          </p:nvPr>
        </p:nvSpPr>
        <p:spPr/>
        <p:txBody>
          <a:bodyPr>
            <a:noAutofit/>
          </a:bodyPr>
          <a:lstStyle/>
          <a:p>
            <a:fld id="{525A3C56-E491-49B2-93F3-63532DF516BC}" type="slidenum">
              <a:rPr lang="en-CA" smtClean="0"/>
              <a:pPr/>
              <a:t>‹#›</a:t>
            </a:fld>
            <a:endParaRPr lang="en-CA" dirty="0"/>
          </a:p>
        </p:txBody>
      </p:sp>
      <p:sp>
        <p:nvSpPr>
          <p:cNvPr id="5" name="Titre 1">
            <a:extLst>
              <a:ext uri="{FF2B5EF4-FFF2-40B4-BE49-F238E27FC236}">
                <a16:creationId xmlns:a16="http://schemas.microsoft.com/office/drawing/2014/main" id="{A9726D2F-24A7-BE46-9285-211A5860678D}"/>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dirty="0"/>
              <a:t>Agenda</a:t>
            </a:r>
          </a:p>
        </p:txBody>
      </p:sp>
      <p:sp>
        <p:nvSpPr>
          <p:cNvPr id="8" name="Espace réservé du texte 6">
            <a:extLst>
              <a:ext uri="{FF2B5EF4-FFF2-40B4-BE49-F238E27FC236}">
                <a16:creationId xmlns:a16="http://schemas.microsoft.com/office/drawing/2014/main" id="{D6910EBF-08E6-8540-896A-4B5E41727340}"/>
              </a:ext>
            </a:extLst>
          </p:cNvPr>
          <p:cNvSpPr>
            <a:spLocks noGrp="1"/>
          </p:cNvSpPr>
          <p:nvPr>
            <p:ph type="body" sz="quarter" idx="12" hasCustomPrompt="1"/>
          </p:nvPr>
        </p:nvSpPr>
        <p:spPr>
          <a:xfrm>
            <a:off x="3082132" y="3183284"/>
            <a:ext cx="1511300" cy="1501606"/>
          </a:xfrm>
          <a:prstGeom prst="rect">
            <a:avLst/>
          </a:prstGeom>
        </p:spPr>
        <p:txBody>
          <a:bodyPr wrap="square" lIns="0" tIns="0" rIns="0" bIns="0">
            <a:noAutofit/>
          </a:bodyPr>
          <a:lstStyle>
            <a:lvl1pPr marL="12700" indent="-12700" algn="ctr">
              <a:buNone/>
              <a:tabLst/>
              <a:defRPr sz="1600"/>
            </a:lvl1pPr>
          </a:lstStyle>
          <a:p>
            <a:pPr algn="l"/>
            <a:r>
              <a:rPr lang="en-GB" dirty="0"/>
              <a:t>Agenda item 2</a:t>
            </a:r>
          </a:p>
        </p:txBody>
      </p:sp>
      <p:sp>
        <p:nvSpPr>
          <p:cNvPr id="20" name="Espace réservé du texte 6">
            <a:extLst>
              <a:ext uri="{FF2B5EF4-FFF2-40B4-BE49-F238E27FC236}">
                <a16:creationId xmlns:a16="http://schemas.microsoft.com/office/drawing/2014/main" id="{59A27FAB-0B96-BC42-A996-4CFEF0565413}"/>
              </a:ext>
            </a:extLst>
          </p:cNvPr>
          <p:cNvSpPr>
            <a:spLocks noGrp="1"/>
          </p:cNvSpPr>
          <p:nvPr>
            <p:ph type="body" sz="quarter" idx="13" hasCustomPrompt="1"/>
          </p:nvPr>
        </p:nvSpPr>
        <p:spPr>
          <a:xfrm>
            <a:off x="5375275" y="3183284"/>
            <a:ext cx="1495426" cy="1501606"/>
          </a:xfrm>
          <a:prstGeom prst="rect">
            <a:avLst/>
          </a:prstGeom>
        </p:spPr>
        <p:txBody>
          <a:bodyPr wrap="square" lIns="0" tIns="0" rIns="0" bIns="0">
            <a:noAutofit/>
          </a:bodyPr>
          <a:lstStyle>
            <a:lvl1pPr marL="12700" indent="-12700" algn="ctr">
              <a:buNone/>
              <a:tabLst/>
              <a:defRPr sz="1600"/>
            </a:lvl1pPr>
          </a:lstStyle>
          <a:p>
            <a:pPr algn="l"/>
            <a:r>
              <a:rPr lang="en-GB" dirty="0"/>
              <a:t>Agenda item 3</a:t>
            </a:r>
          </a:p>
        </p:txBody>
      </p:sp>
      <p:sp>
        <p:nvSpPr>
          <p:cNvPr id="21" name="Espace réservé du texte 6">
            <a:extLst>
              <a:ext uri="{FF2B5EF4-FFF2-40B4-BE49-F238E27FC236}">
                <a16:creationId xmlns:a16="http://schemas.microsoft.com/office/drawing/2014/main" id="{538AB2AF-A230-3B46-B113-EE15B6AE6F57}"/>
              </a:ext>
            </a:extLst>
          </p:cNvPr>
          <p:cNvSpPr>
            <a:spLocks noGrp="1"/>
          </p:cNvSpPr>
          <p:nvPr>
            <p:ph type="body" sz="quarter" idx="14" hasCustomPrompt="1"/>
          </p:nvPr>
        </p:nvSpPr>
        <p:spPr>
          <a:xfrm>
            <a:off x="7643812" y="3183284"/>
            <a:ext cx="1504157" cy="1501606"/>
          </a:xfrm>
          <a:prstGeom prst="rect">
            <a:avLst/>
          </a:prstGeom>
        </p:spPr>
        <p:txBody>
          <a:bodyPr wrap="square" lIns="0" tIns="0" rIns="0" bIns="0">
            <a:noAutofit/>
          </a:bodyPr>
          <a:lstStyle>
            <a:lvl1pPr marL="12700" marR="0" indent="-12700" algn="ctr" defTabSz="914400" rtl="0" eaLnBrk="1" fontAlgn="auto" latinLnBrk="0" hangingPunct="1">
              <a:lnSpc>
                <a:spcPct val="100000"/>
              </a:lnSpc>
              <a:spcBef>
                <a:spcPct val="20000"/>
              </a:spcBef>
              <a:spcAft>
                <a:spcPts val="0"/>
              </a:spcAft>
              <a:buClrTx/>
              <a:buSzTx/>
              <a:buFont typeface="Arial" pitchFamily="34" charset="0"/>
              <a:buNone/>
              <a:tabLst/>
              <a:defRPr sz="1600"/>
            </a:lvl1pPr>
          </a:lstStyle>
          <a:p>
            <a:pPr marL="12700" marR="0" lvl="0" indent="-12700" algn="ctr" defTabSz="914400" rtl="0" eaLnBrk="1" fontAlgn="auto" latinLnBrk="0" hangingPunct="1">
              <a:lnSpc>
                <a:spcPct val="100000"/>
              </a:lnSpc>
              <a:spcBef>
                <a:spcPct val="20000"/>
              </a:spcBef>
              <a:spcAft>
                <a:spcPts val="0"/>
              </a:spcAft>
              <a:buClrTx/>
              <a:buSzTx/>
              <a:buFont typeface="Arial" pitchFamily="34" charset="0"/>
              <a:buNone/>
              <a:tabLst/>
              <a:defRPr/>
            </a:pPr>
            <a:r>
              <a:rPr lang="en-GB" dirty="0"/>
              <a:t>Agenda item 4</a:t>
            </a:r>
            <a:endParaRPr lang="en-CA" dirty="0"/>
          </a:p>
        </p:txBody>
      </p:sp>
      <p:sp>
        <p:nvSpPr>
          <p:cNvPr id="22" name="Espace réservé du texte 6">
            <a:extLst>
              <a:ext uri="{FF2B5EF4-FFF2-40B4-BE49-F238E27FC236}">
                <a16:creationId xmlns:a16="http://schemas.microsoft.com/office/drawing/2014/main" id="{C31B4DD5-B41F-BE43-A386-8B7C4CFBC95E}"/>
              </a:ext>
            </a:extLst>
          </p:cNvPr>
          <p:cNvSpPr>
            <a:spLocks noGrp="1"/>
          </p:cNvSpPr>
          <p:nvPr>
            <p:ph type="body" sz="quarter" idx="15" hasCustomPrompt="1"/>
          </p:nvPr>
        </p:nvSpPr>
        <p:spPr>
          <a:xfrm>
            <a:off x="9912350" y="3183284"/>
            <a:ext cx="1512888" cy="1501606"/>
          </a:xfrm>
          <a:prstGeom prst="rect">
            <a:avLst/>
          </a:prstGeom>
        </p:spPr>
        <p:txBody>
          <a:bodyPr wrap="square" lIns="0" tIns="0" rIns="0" bIns="0">
            <a:noAutofit/>
          </a:bodyPr>
          <a:lstStyle>
            <a:lvl1pPr marL="12700" indent="-12700" algn="ctr">
              <a:buNone/>
              <a:tabLst/>
              <a:defRPr sz="1600"/>
            </a:lvl1pPr>
          </a:lstStyle>
          <a:p>
            <a:pPr algn="l"/>
            <a:r>
              <a:rPr lang="en-GB" dirty="0"/>
              <a:t>Agenda item 5</a:t>
            </a:r>
          </a:p>
        </p:txBody>
      </p:sp>
      <p:sp>
        <p:nvSpPr>
          <p:cNvPr id="23" name="Espace réservé du texte 6">
            <a:extLst>
              <a:ext uri="{FF2B5EF4-FFF2-40B4-BE49-F238E27FC236}">
                <a16:creationId xmlns:a16="http://schemas.microsoft.com/office/drawing/2014/main" id="{F0474AB2-DB08-9E4B-A6C3-760F6797669A}"/>
              </a:ext>
            </a:extLst>
          </p:cNvPr>
          <p:cNvSpPr>
            <a:spLocks noGrp="1"/>
          </p:cNvSpPr>
          <p:nvPr>
            <p:ph type="body" sz="quarter" idx="16" hasCustomPrompt="1"/>
          </p:nvPr>
        </p:nvSpPr>
        <p:spPr>
          <a:xfrm>
            <a:off x="804863" y="3183284"/>
            <a:ext cx="1511300" cy="1501606"/>
          </a:xfrm>
          <a:prstGeom prst="rect">
            <a:avLst/>
          </a:prstGeom>
        </p:spPr>
        <p:txBody>
          <a:bodyPr wrap="square" lIns="0" tIns="0" rIns="0" bIns="0">
            <a:noAutofit/>
          </a:bodyPr>
          <a:lstStyle>
            <a:lvl1pPr marL="12700" indent="-12700" algn="ctr">
              <a:buNone/>
              <a:tabLst/>
              <a:defRPr sz="1600"/>
            </a:lvl1pPr>
          </a:lstStyle>
          <a:p>
            <a:pPr algn="l"/>
            <a:r>
              <a:rPr lang="en-GB" dirty="0"/>
              <a:t>Agenda item 1</a:t>
            </a:r>
          </a:p>
        </p:txBody>
      </p:sp>
      <p:sp>
        <p:nvSpPr>
          <p:cNvPr id="24" name="ZoneTexte 23">
            <a:extLst>
              <a:ext uri="{FF2B5EF4-FFF2-40B4-BE49-F238E27FC236}">
                <a16:creationId xmlns:a16="http://schemas.microsoft.com/office/drawing/2014/main" id="{C4D4A3BE-8352-B64D-A05E-435E839F6443}"/>
              </a:ext>
            </a:extLst>
          </p:cNvPr>
          <p:cNvSpPr txBox="1"/>
          <p:nvPr userDrawn="1"/>
        </p:nvSpPr>
        <p:spPr>
          <a:xfrm>
            <a:off x="1758462" y="3891020"/>
            <a:ext cx="0" cy="0"/>
          </a:xfrm>
          <a:prstGeom prst="rect">
            <a:avLst/>
          </a:prstGeom>
        </p:spPr>
        <p:txBody>
          <a:bodyPr vert="horz" wrap="none" lIns="0" tIns="0" rIns="0" bIns="0" rtlCol="0" anchor="t" anchorCtr="0">
            <a:noAutofit/>
          </a:bodyPr>
          <a:lstStyle/>
          <a:p>
            <a:pPr algn="l"/>
            <a:endParaRPr lang="en-CA" dirty="0"/>
          </a:p>
        </p:txBody>
      </p:sp>
    </p:spTree>
    <p:extLst>
      <p:ext uri="{BB962C8B-B14F-4D97-AF65-F5344CB8AC3E}">
        <p14:creationId xmlns:p14="http://schemas.microsoft.com/office/powerpoint/2010/main" val="290835246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genda Page">
    <p:spTree>
      <p:nvGrpSpPr>
        <p:cNvPr id="1" name=""/>
        <p:cNvGrpSpPr/>
        <p:nvPr/>
      </p:nvGrpSpPr>
      <p:grpSpPr>
        <a:xfrm>
          <a:off x="0" y="0"/>
          <a:ext cx="0" cy="0"/>
          <a:chOff x="0" y="0"/>
          <a:chExt cx="0" cy="0"/>
        </a:xfrm>
      </p:grpSpPr>
      <p:sp>
        <p:nvSpPr>
          <p:cNvPr id="10" name="Title Placeholder 1"/>
          <p:cNvSpPr>
            <a:spLocks noGrp="1"/>
          </p:cNvSpPr>
          <p:nvPr>
            <p:ph type="title"/>
          </p:nvPr>
        </p:nvSpPr>
        <p:spPr>
          <a:xfrm>
            <a:off x="766763" y="684000"/>
            <a:ext cx="10658475" cy="576262"/>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1" name="Content Placeholder 20"/>
          <p:cNvSpPr>
            <a:spLocks noGrp="1"/>
          </p:cNvSpPr>
          <p:nvPr>
            <p:ph sz="quarter" idx="17"/>
          </p:nvPr>
        </p:nvSpPr>
        <p:spPr>
          <a:xfrm>
            <a:off x="766763" y="1557338"/>
            <a:ext cx="10658475" cy="4535487"/>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Pct val="100000"/>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7" name="Slide Number Placeholder 5">
            <a:extLst>
              <a:ext uri="{FF2B5EF4-FFF2-40B4-BE49-F238E27FC236}">
                <a16:creationId xmlns:a16="http://schemas.microsoft.com/office/drawing/2014/main" id="{72679693-BA13-5E4E-91BE-1606A75B027B}"/>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dirty="0" smtClean="0">
                <a:solidFill>
                  <a:schemeClr val="tx1"/>
                </a:solidFill>
                <a:latin typeface="+mn-lt"/>
                <a:ea typeface="+mn-ea"/>
                <a:cs typeface="Arial" pitchFamily="34" charset="0"/>
              </a:defRPr>
            </a:lvl1pPr>
          </a:lstStyle>
          <a:p>
            <a:fld id="{525A3C56-E491-49B2-93F3-63532DF516BC}" type="slidenum">
              <a:rPr lang="en-CA" smtClean="0"/>
              <a:pPr/>
              <a:t>‹#›</a:t>
            </a:fld>
            <a:endParaRPr lang="en-CA" dirty="0"/>
          </a:p>
        </p:txBody>
      </p:sp>
    </p:spTree>
    <p:extLst>
      <p:ext uri="{BB962C8B-B14F-4D97-AF65-F5344CB8AC3E}">
        <p14:creationId xmlns:p14="http://schemas.microsoft.com/office/powerpoint/2010/main" val="1971393363"/>
      </p:ext>
    </p:extLst>
  </p:cSld>
  <p:clrMapOvr>
    <a:masterClrMapping/>
  </p:clrMapOvr>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Left split with gradi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1C1304A-5908-A946-8811-EDD4D770A477}"/>
              </a:ext>
            </a:extLst>
          </p:cNvPr>
          <p:cNvSpPr/>
          <p:nvPr userDrawn="1"/>
        </p:nvSpPr>
        <p:spPr bwMode="ltGray">
          <a:xfrm>
            <a:off x="-1" y="3429000"/>
            <a:ext cx="6135291" cy="3429000"/>
          </a:xfrm>
          <a:prstGeom prst="rect">
            <a:avLst/>
          </a:prstGeom>
          <a:gradFill flip="none" rotWithShape="1">
            <a:gsLst>
              <a:gs pos="60000">
                <a:srgbClr val="A82465"/>
              </a:gs>
              <a:gs pos="0">
                <a:srgbClr val="E31937"/>
              </a:gs>
              <a:gs pos="100000">
                <a:srgbClr val="5236AB"/>
              </a:gs>
            </a:gsLst>
            <a:lin ang="10800000" scaled="0"/>
            <a:tileRect/>
          </a:gradFill>
          <a:ln w="9525" algn="ctr">
            <a:noFill/>
            <a:miter lim="800000"/>
            <a:headEnd/>
            <a:tailEnd/>
          </a:ln>
          <a:effectLst/>
        </p:spPr>
        <p:txBody>
          <a:bodyPr lIns="63500" tIns="0" rIns="64800" bIns="0" rtlCol="0" anchor="ctr">
            <a:noAutofit/>
          </a:bodyPr>
          <a:lstStyle/>
          <a:p>
            <a:pPr lvl="0" algn="ctr">
              <a:spcBef>
                <a:spcPct val="0"/>
              </a:spcBef>
              <a:buClrTx/>
              <a:buSzPct val="90000"/>
            </a:pPr>
            <a:endParaRPr lang="en-US" sz="1600" b="1" dirty="0">
              <a:solidFill>
                <a:schemeClr val="bg1"/>
              </a:solidFill>
              <a:cs typeface="Arial" pitchFamily="34" charset="0"/>
            </a:endParaRPr>
          </a:p>
        </p:txBody>
      </p:sp>
      <p:sp>
        <p:nvSpPr>
          <p:cNvPr id="5" name="Text Placeholder 7">
            <a:extLst>
              <a:ext uri="{FF2B5EF4-FFF2-40B4-BE49-F238E27FC236}">
                <a16:creationId xmlns:a16="http://schemas.microsoft.com/office/drawing/2014/main" id="{9E338CE8-AFEA-1D48-B300-9353C7BBD1C6}"/>
              </a:ext>
            </a:extLst>
          </p:cNvPr>
          <p:cNvSpPr>
            <a:spLocks noGrp="1"/>
          </p:cNvSpPr>
          <p:nvPr>
            <p:ph type="body" sz="quarter" idx="19"/>
          </p:nvPr>
        </p:nvSpPr>
        <p:spPr bwMode="white">
          <a:xfrm>
            <a:off x="6888162" y="765175"/>
            <a:ext cx="4537076" cy="5327649"/>
          </a:xfrm>
          <a:prstGeom prst="rect">
            <a:avLst/>
          </a:prstGeom>
        </p:spPr>
        <p:txBody>
          <a:bodyPr lIns="0" tIns="0" rIns="0" bIns="0">
            <a:noAutofit/>
          </a:bodyPr>
          <a:lstStyle>
            <a:lvl1pPr marL="0" indent="0" algn="l">
              <a:spcBef>
                <a:spcPts val="600"/>
              </a:spcBef>
              <a:buClr>
                <a:srgbClr val="000000"/>
              </a:buClr>
              <a:buFont typeface="Arial" panose="020B0604020202020204" pitchFamily="34" charset="0"/>
              <a:buNone/>
              <a:defRPr sz="2000">
                <a:solidFill>
                  <a:schemeClr val="tx1"/>
                </a:solidFill>
              </a:defRPr>
            </a:lvl1pPr>
            <a:lvl2pPr algn="l">
              <a:buClr>
                <a:srgbClr val="000000"/>
              </a:buClr>
              <a:buFont typeface="Arial" panose="020B0604020202020204" pitchFamily="34" charset="0"/>
              <a:buChar char="•"/>
              <a:defRPr sz="1800">
                <a:solidFill>
                  <a:schemeClr val="tx1"/>
                </a:solidFill>
              </a:defRPr>
            </a:lvl2pPr>
            <a:lvl3pPr algn="l">
              <a:buClr>
                <a:srgbClr val="000000"/>
              </a:buClr>
              <a:buFont typeface="Arial" panose="020B0604020202020204" pitchFamily="34" charset="0"/>
              <a:buChar char="–"/>
              <a:defRPr lang="en-US" sz="1400" kern="1200" dirty="0" smtClean="0">
                <a:solidFill>
                  <a:schemeClr val="tx1"/>
                </a:solidFill>
                <a:latin typeface="+mn-lt"/>
                <a:ea typeface="+mn-ea"/>
                <a:cs typeface="+mn-cs"/>
              </a:defRPr>
            </a:lvl3pPr>
            <a:lvl4pPr algn="l">
              <a:buClr>
                <a:srgbClr val="000000"/>
              </a:buClr>
              <a:buFont typeface="Wingdings" pitchFamily="2" charset="2"/>
              <a:buChar char="§"/>
              <a:defRPr sz="1400">
                <a:solidFill>
                  <a:schemeClr val="tx1"/>
                </a:solidFill>
              </a:defRPr>
            </a:lvl4pPr>
            <a:lvl5pPr algn="l">
              <a:buClr>
                <a:srgbClr val="000000"/>
              </a:buClr>
              <a:buFont typeface="Courier New" panose="02070309020205020404" pitchFamily="49" charset="0"/>
              <a:buChar char="o"/>
              <a:defRPr sz="1400">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Rectangle 5">
            <a:extLst>
              <a:ext uri="{FF2B5EF4-FFF2-40B4-BE49-F238E27FC236}">
                <a16:creationId xmlns:a16="http://schemas.microsoft.com/office/drawing/2014/main" id="{8AE138B3-1645-2547-BE81-C54885415178}"/>
              </a:ext>
            </a:extLst>
          </p:cNvPr>
          <p:cNvSpPr/>
          <p:nvPr userDrawn="1"/>
        </p:nvSpPr>
        <p:spPr bwMode="ltGray">
          <a:xfrm>
            <a:off x="890" y="0"/>
            <a:ext cx="6134400" cy="3429000"/>
          </a:xfrm>
          <a:prstGeom prst="rect">
            <a:avLst/>
          </a:prstGeom>
          <a:gradFill>
            <a:gsLst>
              <a:gs pos="100000">
                <a:srgbClr val="991F3D"/>
              </a:gs>
              <a:gs pos="66000">
                <a:srgbClr val="E31937"/>
              </a:gs>
              <a:gs pos="33000">
                <a:srgbClr val="FF6A00"/>
              </a:gs>
              <a:gs pos="0">
                <a:srgbClr val="FFCDD2"/>
              </a:gs>
            </a:gsLst>
            <a:lin ang="10800000" scaled="0"/>
          </a:gradFill>
          <a:ln w="9525" algn="ctr">
            <a:noFill/>
            <a:miter lim="800000"/>
            <a:headEnd/>
            <a:tailEnd/>
          </a:ln>
          <a:effectLst/>
        </p:spPr>
        <p:txBody>
          <a:bodyPr lIns="63500" tIns="0" rIns="64800" bIns="0" rtlCol="0" anchor="ctr">
            <a:noAutofit/>
          </a:bodyPr>
          <a:lstStyle/>
          <a:p>
            <a:pPr lvl="0" algn="ctr">
              <a:spcBef>
                <a:spcPct val="0"/>
              </a:spcBef>
              <a:buClrTx/>
              <a:buSzPct val="90000"/>
            </a:pPr>
            <a:endParaRPr lang="en-US" sz="1600" b="1" dirty="0">
              <a:solidFill>
                <a:schemeClr val="bg1"/>
              </a:solidFill>
              <a:cs typeface="Arial" pitchFamily="34" charset="0"/>
            </a:endParaRPr>
          </a:p>
        </p:txBody>
      </p:sp>
      <p:sp>
        <p:nvSpPr>
          <p:cNvPr id="7" name="Text Placeholder 7">
            <a:extLst>
              <a:ext uri="{FF2B5EF4-FFF2-40B4-BE49-F238E27FC236}">
                <a16:creationId xmlns:a16="http://schemas.microsoft.com/office/drawing/2014/main" id="{093C6A10-58E0-AE40-82D4-EBA8243C8DC7}"/>
              </a:ext>
            </a:extLst>
          </p:cNvPr>
          <p:cNvSpPr>
            <a:spLocks noGrp="1"/>
          </p:cNvSpPr>
          <p:nvPr>
            <p:ph type="body" sz="quarter" idx="21" hasCustomPrompt="1"/>
          </p:nvPr>
        </p:nvSpPr>
        <p:spPr>
          <a:xfrm>
            <a:off x="766763" y="645905"/>
            <a:ext cx="4608512" cy="2508111"/>
          </a:xfrm>
          <a:prstGeom prst="rect">
            <a:avLst/>
          </a:prstGeom>
        </p:spPr>
        <p:txBody>
          <a:bodyPr lIns="0" tIns="0" rIns="0" bIns="0" anchor="t" anchorCtr="0">
            <a:noAutofit/>
          </a:bodyPr>
          <a:lstStyle>
            <a:lvl1pPr marL="0" indent="0" algn="l">
              <a:spcBef>
                <a:spcPts val="0"/>
              </a:spcBef>
              <a:buNone/>
              <a:defRPr sz="4800">
                <a:solidFill>
                  <a:schemeClr val="bg1"/>
                </a:solidFill>
                <a:latin typeface="+mj-lt"/>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dirty="0"/>
              <a:t>Title</a:t>
            </a:r>
            <a:endParaRPr lang="en-US" dirty="0"/>
          </a:p>
        </p:txBody>
      </p:sp>
      <p:sp>
        <p:nvSpPr>
          <p:cNvPr id="8" name="TextBox 95" descr="Copyright_box&#10;">
            <a:extLst>
              <a:ext uri="{FF2B5EF4-FFF2-40B4-BE49-F238E27FC236}">
                <a16:creationId xmlns:a16="http://schemas.microsoft.com/office/drawing/2014/main" id="{6A41C026-3AD7-3149-A25D-6036C299BBD8}"/>
              </a:ext>
            </a:extLst>
          </p:cNvPr>
          <p:cNvSpPr txBox="1"/>
          <p:nvPr userDrawn="1"/>
        </p:nvSpPr>
        <p:spPr bwMode="white">
          <a:xfrm>
            <a:off x="766763" y="6264308"/>
            <a:ext cx="1920658" cy="169200"/>
          </a:xfrm>
          <a:prstGeom prst="rect">
            <a:avLst/>
          </a:prstGeom>
          <a:noFill/>
          <a:ln w="9525" algn="ctr">
            <a:noFill/>
            <a:miter lim="800000"/>
            <a:headEnd/>
            <a:tailEnd/>
          </a:ln>
          <a:effectLst/>
        </p:spPr>
        <p:txBody>
          <a:bodyPr vert="horz" wrap="none" lIns="0" tIns="0" rIns="0" bIns="0" rtlCol="0" anchor="ctr" anchorCtr="0">
            <a:noAutofit/>
          </a:bodyPr>
          <a:lstStyle/>
          <a:p>
            <a:pPr algn="l"/>
            <a:r>
              <a:rPr lang="en-CA" sz="1000" dirty="0">
                <a:solidFill>
                  <a:schemeClr val="bg2"/>
                </a:solidFill>
                <a:latin typeface="+mn-lt"/>
              </a:rPr>
              <a:t>© 20XX CGI Inc.</a:t>
            </a:r>
            <a:endParaRPr lang="en-CA" sz="1000" b="0" i="0" u="none" dirty="0">
              <a:solidFill>
                <a:schemeClr val="bg2"/>
              </a:solidFill>
              <a:latin typeface="+mn-lt"/>
              <a:cs typeface="Arial" pitchFamily="34" charset="0"/>
            </a:endParaRPr>
          </a:p>
        </p:txBody>
      </p:sp>
      <p:sp>
        <p:nvSpPr>
          <p:cNvPr id="9" name="Espace réservé du numéro de diapositive 2">
            <a:extLst>
              <a:ext uri="{FF2B5EF4-FFF2-40B4-BE49-F238E27FC236}">
                <a16:creationId xmlns:a16="http://schemas.microsoft.com/office/drawing/2014/main" id="{A28B614A-AA06-2540-83E7-D007DDE7C306}"/>
              </a:ext>
            </a:extLst>
          </p:cNvPr>
          <p:cNvSpPr>
            <a:spLocks noGrp="1"/>
          </p:cNvSpPr>
          <p:nvPr>
            <p:ph type="sldNum" sz="quarter" idx="10"/>
          </p:nvPr>
        </p:nvSpPr>
        <p:spPr>
          <a:xfrm>
            <a:off x="11163034" y="6264308"/>
            <a:ext cx="261660" cy="169200"/>
          </a:xfrm>
        </p:spPr>
        <p:txBody>
          <a:bodyPr>
            <a:noAutofit/>
          </a:bodyPr>
          <a:lstStyle/>
          <a:p>
            <a:fld id="{525A3C56-E491-49B2-93F3-63532DF516BC}" type="slidenum">
              <a:rPr lang="en-CA" smtClean="0"/>
              <a:pPr/>
              <a:t>‹#›</a:t>
            </a:fld>
            <a:endParaRPr lang="en-CA" dirty="0"/>
          </a:p>
        </p:txBody>
      </p:sp>
      <p:sp>
        <p:nvSpPr>
          <p:cNvPr id="10" name="Text Placeholder 7">
            <a:extLst>
              <a:ext uri="{FF2B5EF4-FFF2-40B4-BE49-F238E27FC236}">
                <a16:creationId xmlns:a16="http://schemas.microsoft.com/office/drawing/2014/main" id="{3BE24042-C6FA-0F49-A70B-66E33B8C25EE}"/>
              </a:ext>
            </a:extLst>
          </p:cNvPr>
          <p:cNvSpPr>
            <a:spLocks noGrp="1"/>
          </p:cNvSpPr>
          <p:nvPr>
            <p:ph type="body" sz="quarter" idx="20" hasCustomPrompt="1"/>
          </p:nvPr>
        </p:nvSpPr>
        <p:spPr>
          <a:xfrm>
            <a:off x="766763" y="3724025"/>
            <a:ext cx="4608512" cy="2368800"/>
          </a:xfrm>
          <a:prstGeom prst="rect">
            <a:avLst/>
          </a:prstGeom>
        </p:spPr>
        <p:txBody>
          <a:bodyPr lIns="0" tIns="0" rIns="0" bIns="0">
            <a:noAutofit/>
          </a:bodyPr>
          <a:lstStyle>
            <a:lvl1pPr marL="0" indent="0" algn="l">
              <a:spcBef>
                <a:spcPts val="600"/>
              </a:spcBef>
              <a:buNone/>
              <a:defRPr sz="24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dirty="0"/>
              <a:t>Text</a:t>
            </a:r>
          </a:p>
        </p:txBody>
      </p:sp>
    </p:spTree>
    <p:extLst>
      <p:ext uri="{BB962C8B-B14F-4D97-AF65-F5344CB8AC3E}">
        <p14:creationId xmlns:p14="http://schemas.microsoft.com/office/powerpoint/2010/main" val="7455949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plit with gradi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66BE0F-9BD6-0E40-9460-D34A4E070EC0}"/>
              </a:ext>
            </a:extLst>
          </p:cNvPr>
          <p:cNvSpPr/>
          <p:nvPr userDrawn="1"/>
        </p:nvSpPr>
        <p:spPr bwMode="ltGray">
          <a:xfrm>
            <a:off x="6132512" y="0"/>
            <a:ext cx="6064287" cy="6858000"/>
          </a:xfrm>
          <a:prstGeom prst="rect">
            <a:avLst/>
          </a:prstGeom>
          <a:gradFill>
            <a:gsLst>
              <a:gs pos="100000">
                <a:srgbClr val="991F3D"/>
              </a:gs>
              <a:gs pos="66000">
                <a:srgbClr val="E31937"/>
              </a:gs>
              <a:gs pos="33000">
                <a:srgbClr val="FF6A00"/>
              </a:gs>
              <a:gs pos="0">
                <a:srgbClr val="FFCDD2"/>
              </a:gs>
            </a:gsLst>
            <a:lin ang="10800000" scaled="0"/>
          </a:gradFill>
          <a:ln w="9525" algn="ctr">
            <a:noFill/>
            <a:miter lim="800000"/>
            <a:headEnd/>
            <a:tailEnd/>
          </a:ln>
          <a:effectLst/>
        </p:spPr>
        <p:txBody>
          <a:bodyPr lIns="63500" tIns="0" rIns="64800" bIns="0" rtlCol="0" anchor="ctr">
            <a:noAutofit/>
          </a:bodyPr>
          <a:lstStyle/>
          <a:p>
            <a:pPr lvl="0" algn="ctr">
              <a:spcBef>
                <a:spcPct val="0"/>
              </a:spcBef>
              <a:buClrTx/>
              <a:buSzPct val="90000"/>
            </a:pPr>
            <a:endParaRPr lang="en-US" sz="1600" b="1" dirty="0">
              <a:solidFill>
                <a:schemeClr val="bg1"/>
              </a:solidFill>
              <a:cs typeface="Arial" pitchFamily="34" charset="0"/>
            </a:endParaRPr>
          </a:p>
        </p:txBody>
      </p:sp>
      <p:sp>
        <p:nvSpPr>
          <p:cNvPr id="5" name="Title Placeholder 1">
            <a:extLst>
              <a:ext uri="{FF2B5EF4-FFF2-40B4-BE49-F238E27FC236}">
                <a16:creationId xmlns:a16="http://schemas.microsoft.com/office/drawing/2014/main" id="{F4E62D95-C3E7-D247-BD01-C133E73FC92E}"/>
              </a:ext>
            </a:extLst>
          </p:cNvPr>
          <p:cNvSpPr>
            <a:spLocks noGrp="1"/>
          </p:cNvSpPr>
          <p:nvPr>
            <p:ph type="title" hasCustomPrompt="1"/>
          </p:nvPr>
        </p:nvSpPr>
        <p:spPr bwMode="white">
          <a:xfrm>
            <a:off x="6888162" y="675022"/>
            <a:ext cx="4537076" cy="442554"/>
          </a:xfrm>
          <a:prstGeom prst="rect">
            <a:avLst/>
          </a:prstGeom>
        </p:spPr>
        <p:txBody>
          <a:bodyPr vert="horz" lIns="0" tIns="0" rIns="0" bIns="0" rtlCol="0" anchor="b" anchorCtr="0">
            <a:noAutofit/>
          </a:bodyPr>
          <a:lstStyle>
            <a:lvl1pPr algn="l">
              <a:defRPr sz="2800" b="0">
                <a:solidFill>
                  <a:schemeClr val="bg1"/>
                </a:solidFill>
                <a:latin typeface="+mj-lt"/>
              </a:defRPr>
            </a:lvl1pPr>
          </a:lstStyle>
          <a:p>
            <a:r>
              <a:rPr lang="en-US" noProof="0" dirty="0"/>
              <a:t>Click add title</a:t>
            </a:r>
          </a:p>
        </p:txBody>
      </p:sp>
      <p:sp>
        <p:nvSpPr>
          <p:cNvPr id="7" name="Text Placeholder 7">
            <a:extLst>
              <a:ext uri="{FF2B5EF4-FFF2-40B4-BE49-F238E27FC236}">
                <a16:creationId xmlns:a16="http://schemas.microsoft.com/office/drawing/2014/main" id="{D41B42D7-AAA3-834F-9B8B-AC9F156380D9}"/>
              </a:ext>
            </a:extLst>
          </p:cNvPr>
          <p:cNvSpPr>
            <a:spLocks noGrp="1"/>
          </p:cNvSpPr>
          <p:nvPr>
            <p:ph type="body" sz="quarter" idx="19"/>
          </p:nvPr>
        </p:nvSpPr>
        <p:spPr bwMode="white">
          <a:xfrm>
            <a:off x="6888162" y="1313645"/>
            <a:ext cx="4537076" cy="4779179"/>
          </a:xfrm>
          <a:prstGeom prst="rect">
            <a:avLst/>
          </a:prstGeom>
        </p:spPr>
        <p:txBody>
          <a:bodyPr lIns="0">
            <a:noAutofit/>
          </a:bodyPr>
          <a:lstStyle>
            <a:lvl1pPr marL="0" indent="0" algn="l">
              <a:spcBef>
                <a:spcPts val="600"/>
              </a:spcBef>
              <a:buNone/>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p>
        </p:txBody>
      </p:sp>
      <p:sp>
        <p:nvSpPr>
          <p:cNvPr id="8" name="Text Placeholder 7">
            <a:extLst>
              <a:ext uri="{FF2B5EF4-FFF2-40B4-BE49-F238E27FC236}">
                <a16:creationId xmlns:a16="http://schemas.microsoft.com/office/drawing/2014/main" id="{4CB01012-C777-4F42-8ACD-C6368C209107}"/>
              </a:ext>
            </a:extLst>
          </p:cNvPr>
          <p:cNvSpPr>
            <a:spLocks noGrp="1"/>
          </p:cNvSpPr>
          <p:nvPr>
            <p:ph type="body" sz="quarter" idx="20"/>
          </p:nvPr>
        </p:nvSpPr>
        <p:spPr>
          <a:xfrm>
            <a:off x="766764" y="1313645"/>
            <a:ext cx="4608512" cy="4779179"/>
          </a:xfrm>
          <a:prstGeom prst="rect">
            <a:avLst/>
          </a:prstGeom>
        </p:spPr>
        <p:txBody>
          <a:bodyPr lIns="0">
            <a:noAutofit/>
          </a:bodyPr>
          <a:lstStyle>
            <a:lvl1pPr marL="0" indent="0" algn="l">
              <a:spcBef>
                <a:spcPts val="600"/>
              </a:spcBef>
              <a:buNone/>
              <a:defRPr sz="200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p>
        </p:txBody>
      </p:sp>
      <p:sp>
        <p:nvSpPr>
          <p:cNvPr id="9" name="Text Placeholder 7">
            <a:extLst>
              <a:ext uri="{FF2B5EF4-FFF2-40B4-BE49-F238E27FC236}">
                <a16:creationId xmlns:a16="http://schemas.microsoft.com/office/drawing/2014/main" id="{9ADE69DB-C7EC-8C4D-A45F-9A8063D238C3}"/>
              </a:ext>
            </a:extLst>
          </p:cNvPr>
          <p:cNvSpPr>
            <a:spLocks noGrp="1"/>
          </p:cNvSpPr>
          <p:nvPr>
            <p:ph type="body" sz="quarter" idx="21" hasCustomPrompt="1"/>
          </p:nvPr>
        </p:nvSpPr>
        <p:spPr>
          <a:xfrm>
            <a:off x="766763" y="690335"/>
            <a:ext cx="4608511" cy="476332"/>
          </a:xfrm>
          <a:prstGeom prst="rect">
            <a:avLst/>
          </a:prstGeom>
        </p:spPr>
        <p:txBody>
          <a:bodyPr lIns="0" anchor="b" anchorCtr="0">
            <a:noAutofit/>
          </a:bodyPr>
          <a:lstStyle>
            <a:lvl1pPr marL="0" indent="0" algn="l">
              <a:spcBef>
                <a:spcPts val="600"/>
              </a:spcBef>
              <a:buNone/>
              <a:defRPr sz="2800">
                <a:solidFill>
                  <a:schemeClr val="tx1"/>
                </a:solidFill>
                <a:latin typeface="+mj-lt"/>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dirty="0"/>
              <a:t>Click add title</a:t>
            </a:r>
            <a:endParaRPr lang="en-US" dirty="0"/>
          </a:p>
        </p:txBody>
      </p:sp>
      <p:sp>
        <p:nvSpPr>
          <p:cNvPr id="10" name="Espace réservé du numéro de diapositive 2">
            <a:extLst>
              <a:ext uri="{FF2B5EF4-FFF2-40B4-BE49-F238E27FC236}">
                <a16:creationId xmlns:a16="http://schemas.microsoft.com/office/drawing/2014/main" id="{B0CC5908-9650-874C-A596-9018501B857C}"/>
              </a:ext>
            </a:extLst>
          </p:cNvPr>
          <p:cNvSpPr>
            <a:spLocks noGrp="1"/>
          </p:cNvSpPr>
          <p:nvPr>
            <p:ph type="sldNum" sz="quarter" idx="4"/>
          </p:nvPr>
        </p:nvSpPr>
        <p:spPr>
          <a:xfrm>
            <a:off x="11163034" y="6264308"/>
            <a:ext cx="261660" cy="169200"/>
          </a:xfrm>
        </p:spPr>
        <p:txBody>
          <a:bodyPr>
            <a:noAutofit/>
          </a:bodyPr>
          <a:lstStyle>
            <a:lvl1pPr>
              <a:defRPr>
                <a:solidFill>
                  <a:schemeClr val="bg2"/>
                </a:solidFill>
              </a:defRPr>
            </a:lvl1pPr>
          </a:lstStyle>
          <a:p>
            <a:fld id="{525A3C56-E491-49B2-93F3-63532DF516BC}" type="slidenum">
              <a:rPr lang="en-CA" smtClean="0"/>
              <a:pPr/>
              <a:t>‹#›</a:t>
            </a:fld>
            <a:endParaRPr lang="en-CA"/>
          </a:p>
        </p:txBody>
      </p:sp>
    </p:spTree>
    <p:extLst>
      <p:ext uri="{BB962C8B-B14F-4D97-AF65-F5344CB8AC3E}">
        <p14:creationId xmlns:p14="http://schemas.microsoft.com/office/powerpoint/2010/main" val="8117643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plit with gradient top">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028463E-6F5A-C34E-9F76-CF7CF438D3F3}"/>
              </a:ext>
            </a:extLst>
          </p:cNvPr>
          <p:cNvSpPr/>
          <p:nvPr userDrawn="1"/>
        </p:nvSpPr>
        <p:spPr bwMode="gray">
          <a:xfrm>
            <a:off x="0" y="0"/>
            <a:ext cx="12196800" cy="3214800"/>
          </a:xfrm>
          <a:prstGeom prst="rect">
            <a:avLst/>
          </a:prstGeom>
          <a:gradFill>
            <a:gsLst>
              <a:gs pos="100000">
                <a:srgbClr val="991F3D"/>
              </a:gs>
              <a:gs pos="66000">
                <a:srgbClr val="E31937"/>
              </a:gs>
              <a:gs pos="33000">
                <a:srgbClr val="FF6A00"/>
              </a:gs>
              <a:gs pos="0">
                <a:srgbClr val="FFCDD2"/>
              </a:gs>
            </a:gsLst>
            <a:lin ang="10800000" scaled="0"/>
          </a:gradFill>
          <a:ln w="9525" algn="ctr">
            <a:noFill/>
            <a:miter lim="800000"/>
            <a:headEnd/>
            <a:tailEnd/>
          </a:ln>
          <a:effectLst/>
        </p:spPr>
        <p:txBody>
          <a:bodyPr lIns="63500" tIns="0" rIns="64800" bIns="0" rtlCol="0" anchor="ctr">
            <a:noAutofit/>
          </a:bodyPr>
          <a:lstStyle/>
          <a:p>
            <a:pPr lvl="0" algn="ctr">
              <a:spcBef>
                <a:spcPct val="0"/>
              </a:spcBef>
              <a:buClrTx/>
              <a:buSzPct val="90000"/>
            </a:pPr>
            <a:endParaRPr lang="en-US" sz="1600" b="1" dirty="0">
              <a:solidFill>
                <a:schemeClr val="bg1"/>
              </a:solidFill>
              <a:cs typeface="Arial" pitchFamily="34" charset="0"/>
            </a:endParaRPr>
          </a:p>
        </p:txBody>
      </p:sp>
      <p:sp>
        <p:nvSpPr>
          <p:cNvPr id="5" name="Text Placeholder 7">
            <a:extLst>
              <a:ext uri="{FF2B5EF4-FFF2-40B4-BE49-F238E27FC236}">
                <a16:creationId xmlns:a16="http://schemas.microsoft.com/office/drawing/2014/main" id="{7B4D4F43-FCC4-7940-BF26-80BC3EFA5D28}"/>
              </a:ext>
            </a:extLst>
          </p:cNvPr>
          <p:cNvSpPr>
            <a:spLocks noGrp="1"/>
          </p:cNvSpPr>
          <p:nvPr>
            <p:ph type="body" sz="quarter" idx="19" hasCustomPrompt="1"/>
          </p:nvPr>
        </p:nvSpPr>
        <p:spPr bwMode="white">
          <a:xfrm>
            <a:off x="766763" y="713658"/>
            <a:ext cx="10658475" cy="1873625"/>
          </a:xfrm>
          <a:prstGeom prst="rect">
            <a:avLst/>
          </a:prstGeom>
        </p:spPr>
        <p:txBody>
          <a:bodyPr lIns="0" tIns="0" rIns="0" bIns="0"/>
          <a:lstStyle>
            <a:lvl1pPr marL="0" indent="0" algn="l">
              <a:spcBef>
                <a:spcPts val="600"/>
              </a:spcBef>
              <a:buNone/>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p>
        </p:txBody>
      </p:sp>
      <p:sp>
        <p:nvSpPr>
          <p:cNvPr id="6" name="Text Placeholder 7">
            <a:extLst>
              <a:ext uri="{FF2B5EF4-FFF2-40B4-BE49-F238E27FC236}">
                <a16:creationId xmlns:a16="http://schemas.microsoft.com/office/drawing/2014/main" id="{8B55AD79-E89E-F94C-8E6E-47E81BAAFE81}"/>
              </a:ext>
            </a:extLst>
          </p:cNvPr>
          <p:cNvSpPr>
            <a:spLocks noGrp="1"/>
          </p:cNvSpPr>
          <p:nvPr>
            <p:ph type="body" sz="quarter" idx="20" hasCustomPrompt="1"/>
          </p:nvPr>
        </p:nvSpPr>
        <p:spPr>
          <a:xfrm>
            <a:off x="766763" y="3429000"/>
            <a:ext cx="3060700" cy="2663825"/>
          </a:xfrm>
          <a:prstGeom prst="rect">
            <a:avLst/>
          </a:prstGeom>
        </p:spPr>
        <p:txBody>
          <a:bodyPr lIns="0" tIns="0" rIns="0" bIns="0"/>
          <a:lstStyle>
            <a:lvl1pPr marL="0" indent="0" algn="l">
              <a:spcBef>
                <a:spcPts val="600"/>
              </a:spcBef>
              <a:buNone/>
              <a:defRPr sz="2000" b="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dirty="0"/>
              <a:t>Insert text here</a:t>
            </a:r>
          </a:p>
        </p:txBody>
      </p:sp>
      <p:sp>
        <p:nvSpPr>
          <p:cNvPr id="7" name="Text Placeholder 7">
            <a:extLst>
              <a:ext uri="{FF2B5EF4-FFF2-40B4-BE49-F238E27FC236}">
                <a16:creationId xmlns:a16="http://schemas.microsoft.com/office/drawing/2014/main" id="{490C4A5E-806F-B449-9FC2-674DB43D3774}"/>
              </a:ext>
            </a:extLst>
          </p:cNvPr>
          <p:cNvSpPr>
            <a:spLocks noGrp="1"/>
          </p:cNvSpPr>
          <p:nvPr>
            <p:ph type="body" sz="quarter" idx="21" hasCustomPrompt="1"/>
          </p:nvPr>
        </p:nvSpPr>
        <p:spPr>
          <a:xfrm>
            <a:off x="8401050" y="3429000"/>
            <a:ext cx="3024188" cy="2664296"/>
          </a:xfrm>
          <a:prstGeom prst="rect">
            <a:avLst/>
          </a:prstGeom>
        </p:spPr>
        <p:txBody>
          <a:bodyPr lIns="0" tIns="0" rIns="0" bIns="0"/>
          <a:lstStyle>
            <a:lvl1pPr marL="0" indent="0" algn="l">
              <a:spcBef>
                <a:spcPts val="600"/>
              </a:spcBef>
              <a:buNone/>
              <a:defRPr sz="2000" b="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dirty="0"/>
              <a:t>Insert text here</a:t>
            </a:r>
          </a:p>
        </p:txBody>
      </p:sp>
      <p:sp>
        <p:nvSpPr>
          <p:cNvPr id="8" name="Text Placeholder 7">
            <a:extLst>
              <a:ext uri="{FF2B5EF4-FFF2-40B4-BE49-F238E27FC236}">
                <a16:creationId xmlns:a16="http://schemas.microsoft.com/office/drawing/2014/main" id="{2BA1CE38-9517-C04D-BD3C-785CE4AAB523}"/>
              </a:ext>
            </a:extLst>
          </p:cNvPr>
          <p:cNvSpPr>
            <a:spLocks noGrp="1"/>
          </p:cNvSpPr>
          <p:nvPr>
            <p:ph type="body" sz="quarter" idx="22" hasCustomPrompt="1"/>
          </p:nvPr>
        </p:nvSpPr>
        <p:spPr>
          <a:xfrm>
            <a:off x="4583113" y="3429000"/>
            <a:ext cx="3025776" cy="2664296"/>
          </a:xfrm>
          <a:prstGeom prst="rect">
            <a:avLst/>
          </a:prstGeom>
        </p:spPr>
        <p:txBody>
          <a:bodyPr lIns="0" tIns="0" rIns="0" bIns="0"/>
          <a:lstStyle>
            <a:lvl1pPr marL="0" indent="0" algn="l">
              <a:spcBef>
                <a:spcPts val="600"/>
              </a:spcBef>
              <a:buNone/>
              <a:defRPr sz="2000" b="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dirty="0"/>
              <a:t>Insert text here</a:t>
            </a:r>
          </a:p>
        </p:txBody>
      </p:sp>
      <p:sp>
        <p:nvSpPr>
          <p:cNvPr id="9" name="Espace réservé du numéro de diapositive 2">
            <a:extLst>
              <a:ext uri="{FF2B5EF4-FFF2-40B4-BE49-F238E27FC236}">
                <a16:creationId xmlns:a16="http://schemas.microsoft.com/office/drawing/2014/main" id="{F7397D48-6C1F-0F4B-81AD-71A51B496E9A}"/>
              </a:ext>
            </a:extLst>
          </p:cNvPr>
          <p:cNvSpPr>
            <a:spLocks noGrp="1"/>
          </p:cNvSpPr>
          <p:nvPr>
            <p:ph type="sldNum" sz="quarter" idx="10"/>
          </p:nvPr>
        </p:nvSpPr>
        <p:spPr>
          <a:xfrm>
            <a:off x="11163034" y="6264308"/>
            <a:ext cx="261660" cy="169200"/>
          </a:xfrm>
        </p:spPr>
        <p:txBody>
          <a:bodyPr>
            <a:noAutofit/>
          </a:bodyPr>
          <a:lstStyle/>
          <a:p>
            <a:fld id="{525A3C56-E491-49B2-93F3-63532DF516BC}" type="slidenum">
              <a:rPr lang="en-CA" smtClean="0"/>
              <a:pPr/>
              <a:t>‹#›</a:t>
            </a:fld>
            <a:endParaRPr lang="en-CA" dirty="0"/>
          </a:p>
        </p:txBody>
      </p:sp>
    </p:spTree>
    <p:extLst>
      <p:ext uri="{BB962C8B-B14F-4D97-AF65-F5344CB8AC3E}">
        <p14:creationId xmlns:p14="http://schemas.microsoft.com/office/powerpoint/2010/main" val="39447097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Resume">
    <p:spTree>
      <p:nvGrpSpPr>
        <p:cNvPr id="1" name=""/>
        <p:cNvGrpSpPr/>
        <p:nvPr/>
      </p:nvGrpSpPr>
      <p:grpSpPr>
        <a:xfrm>
          <a:off x="0" y="0"/>
          <a:ext cx="0" cy="0"/>
          <a:chOff x="0" y="0"/>
          <a:chExt cx="0" cy="0"/>
        </a:xfrm>
      </p:grpSpPr>
      <p:sp>
        <p:nvSpPr>
          <p:cNvPr id="4" name="Espace réservé pour une image  5">
            <a:extLst>
              <a:ext uri="{FF2B5EF4-FFF2-40B4-BE49-F238E27FC236}">
                <a16:creationId xmlns:a16="http://schemas.microsoft.com/office/drawing/2014/main" id="{7AAD05C6-28F2-5949-86F2-1B5BC7639AC4}"/>
              </a:ext>
            </a:extLst>
          </p:cNvPr>
          <p:cNvSpPr>
            <a:spLocks noGrp="1"/>
          </p:cNvSpPr>
          <p:nvPr>
            <p:ph type="pic" sz="quarter" idx="12" hasCustomPrompt="1"/>
          </p:nvPr>
        </p:nvSpPr>
        <p:spPr>
          <a:xfrm>
            <a:off x="766763" y="1573201"/>
            <a:ext cx="2305050" cy="2245763"/>
          </a:xfrm>
          <a:prstGeom prst="rect">
            <a:avLst/>
          </a:prstGeom>
        </p:spPr>
        <p:txBody>
          <a:bodyPr>
            <a:noAutofit/>
          </a:bodyPr>
          <a:lstStyle>
            <a:lvl1pPr>
              <a:defRPr sz="1400"/>
            </a:lvl1pPr>
          </a:lstStyle>
          <a:p>
            <a:r>
              <a:rPr lang="fr-CA"/>
              <a:t>Cliquez sur l'icône pour ajouter une image</a:t>
            </a:r>
            <a:endParaRPr lang="fr-FR" dirty="0"/>
          </a:p>
        </p:txBody>
      </p:sp>
      <p:sp>
        <p:nvSpPr>
          <p:cNvPr id="6" name="Espace réservé du texte 5">
            <a:extLst>
              <a:ext uri="{FF2B5EF4-FFF2-40B4-BE49-F238E27FC236}">
                <a16:creationId xmlns:a16="http://schemas.microsoft.com/office/drawing/2014/main" id="{FC61204A-C4F4-F447-8AE2-F98A13E570F6}"/>
              </a:ext>
            </a:extLst>
          </p:cNvPr>
          <p:cNvSpPr>
            <a:spLocks noGrp="1"/>
          </p:cNvSpPr>
          <p:nvPr>
            <p:ph type="body" sz="quarter" idx="13" hasCustomPrompt="1"/>
          </p:nvPr>
        </p:nvSpPr>
        <p:spPr>
          <a:xfrm>
            <a:off x="766764" y="3957329"/>
            <a:ext cx="2305050" cy="614671"/>
          </a:xfrm>
          <a:prstGeom prst="rect">
            <a:avLst/>
          </a:prstGeom>
        </p:spPr>
        <p:txBody>
          <a:bodyPr lIns="0" tIns="0" rIns="0" bIns="0">
            <a:noAutofit/>
          </a:bodyPr>
          <a:lstStyle>
            <a:lvl1pPr marL="0" indent="0">
              <a:buNone/>
              <a:defRPr sz="1600" b="1"/>
            </a:lvl1pPr>
            <a:lvl4pPr marL="1371600" indent="0">
              <a:buNone/>
              <a:defRPr/>
            </a:lvl4pPr>
          </a:lstStyle>
          <a:p>
            <a:pPr lvl="0"/>
            <a:r>
              <a:rPr lang="en-CA" dirty="0"/>
              <a:t>Name </a:t>
            </a:r>
            <a:r>
              <a:rPr lang="en-CA" dirty="0" err="1"/>
              <a:t>Lastname</a:t>
            </a:r>
            <a:endParaRPr lang="en-CA" dirty="0"/>
          </a:p>
        </p:txBody>
      </p:sp>
      <p:sp>
        <p:nvSpPr>
          <p:cNvPr id="9" name="Espace réservé du texte 5">
            <a:extLst>
              <a:ext uri="{FF2B5EF4-FFF2-40B4-BE49-F238E27FC236}">
                <a16:creationId xmlns:a16="http://schemas.microsoft.com/office/drawing/2014/main" id="{6D748139-EEC9-3443-A40E-44E57A58A3C7}"/>
              </a:ext>
            </a:extLst>
          </p:cNvPr>
          <p:cNvSpPr>
            <a:spLocks noGrp="1"/>
          </p:cNvSpPr>
          <p:nvPr>
            <p:ph type="body" sz="quarter" idx="14" hasCustomPrompt="1"/>
          </p:nvPr>
        </p:nvSpPr>
        <p:spPr>
          <a:xfrm>
            <a:off x="766764" y="4728184"/>
            <a:ext cx="2305050" cy="1364641"/>
          </a:xfrm>
          <a:prstGeom prst="rect">
            <a:avLst/>
          </a:prstGeom>
        </p:spPr>
        <p:txBody>
          <a:bodyPr lIns="0" tIns="0" rIns="0" bIns="0">
            <a:noAutofit/>
          </a:bodyPr>
          <a:lstStyle>
            <a:lvl1pPr marL="0" indent="0">
              <a:buNone/>
              <a:defRPr sz="1400" b="0"/>
            </a:lvl1pPr>
            <a:lvl4pPr marL="1371600" indent="0">
              <a:buNone/>
              <a:defRPr/>
            </a:lvl4pPr>
          </a:lstStyle>
          <a:p>
            <a:pPr lvl="0"/>
            <a:r>
              <a:rPr lang="en-CA" dirty="0"/>
              <a:t>Short description</a:t>
            </a:r>
          </a:p>
        </p:txBody>
      </p:sp>
      <p:sp>
        <p:nvSpPr>
          <p:cNvPr id="13" name="Espace réservé du texte 12">
            <a:extLst>
              <a:ext uri="{FF2B5EF4-FFF2-40B4-BE49-F238E27FC236}">
                <a16:creationId xmlns:a16="http://schemas.microsoft.com/office/drawing/2014/main" id="{C58ECA42-F963-A040-A103-87B70E6AEEB5}"/>
              </a:ext>
            </a:extLst>
          </p:cNvPr>
          <p:cNvSpPr>
            <a:spLocks noGrp="1"/>
          </p:cNvSpPr>
          <p:nvPr>
            <p:ph type="body" sz="quarter" idx="15" hasCustomPrompt="1"/>
          </p:nvPr>
        </p:nvSpPr>
        <p:spPr>
          <a:xfrm>
            <a:off x="3827463" y="1571893"/>
            <a:ext cx="2066925" cy="328613"/>
          </a:xfrm>
          <a:prstGeom prst="rect">
            <a:avLst/>
          </a:prstGeom>
        </p:spPr>
        <p:txBody>
          <a:bodyPr lIns="0" tIns="0" rIns="0" bIns="0">
            <a:noAutofit/>
          </a:bodyPr>
          <a:lstStyle>
            <a:lvl1pPr marL="0" indent="0">
              <a:buNone/>
              <a:defRPr sz="1600" b="1"/>
            </a:lvl1pPr>
          </a:lstStyle>
          <a:p>
            <a:pPr lvl="0"/>
            <a:r>
              <a:rPr lang="en-CA" dirty="0"/>
              <a:t>Training</a:t>
            </a:r>
          </a:p>
        </p:txBody>
      </p:sp>
      <p:sp>
        <p:nvSpPr>
          <p:cNvPr id="14" name="Espace réservé du texte 12">
            <a:extLst>
              <a:ext uri="{FF2B5EF4-FFF2-40B4-BE49-F238E27FC236}">
                <a16:creationId xmlns:a16="http://schemas.microsoft.com/office/drawing/2014/main" id="{98004762-0448-1B4A-8FEF-D3D363CEA960}"/>
              </a:ext>
            </a:extLst>
          </p:cNvPr>
          <p:cNvSpPr>
            <a:spLocks noGrp="1"/>
          </p:cNvSpPr>
          <p:nvPr>
            <p:ph type="body" sz="quarter" idx="16" hasCustomPrompt="1"/>
          </p:nvPr>
        </p:nvSpPr>
        <p:spPr>
          <a:xfrm>
            <a:off x="6601206" y="1567053"/>
            <a:ext cx="2066925" cy="328613"/>
          </a:xfrm>
          <a:prstGeom prst="rect">
            <a:avLst/>
          </a:prstGeom>
        </p:spPr>
        <p:txBody>
          <a:bodyPr lIns="0" tIns="0" rIns="0" bIns="0">
            <a:noAutofit/>
          </a:bodyPr>
          <a:lstStyle>
            <a:lvl1pPr marL="0" indent="0">
              <a:buNone/>
              <a:defRPr sz="1600" b="1"/>
            </a:lvl1pPr>
          </a:lstStyle>
          <a:p>
            <a:pPr lvl="0"/>
            <a:r>
              <a:rPr lang="en-CA" dirty="0"/>
              <a:t>Experience</a:t>
            </a:r>
          </a:p>
        </p:txBody>
      </p:sp>
      <p:sp>
        <p:nvSpPr>
          <p:cNvPr id="15" name="Espace réservé du texte 12">
            <a:extLst>
              <a:ext uri="{FF2B5EF4-FFF2-40B4-BE49-F238E27FC236}">
                <a16:creationId xmlns:a16="http://schemas.microsoft.com/office/drawing/2014/main" id="{A8684217-8B73-6846-8964-A3D5A8B8F819}"/>
              </a:ext>
            </a:extLst>
          </p:cNvPr>
          <p:cNvSpPr>
            <a:spLocks noGrp="1"/>
          </p:cNvSpPr>
          <p:nvPr>
            <p:ph type="body" sz="quarter" idx="17" hasCustomPrompt="1"/>
          </p:nvPr>
        </p:nvSpPr>
        <p:spPr>
          <a:xfrm>
            <a:off x="9338819" y="1567053"/>
            <a:ext cx="2066925" cy="328613"/>
          </a:xfrm>
          <a:prstGeom prst="rect">
            <a:avLst/>
          </a:prstGeom>
        </p:spPr>
        <p:txBody>
          <a:bodyPr lIns="0" tIns="0" rIns="0" bIns="0">
            <a:noAutofit/>
          </a:bodyPr>
          <a:lstStyle>
            <a:lvl1pPr marL="0" indent="0">
              <a:buNone/>
              <a:defRPr sz="1600" b="1"/>
            </a:lvl1pPr>
          </a:lstStyle>
          <a:p>
            <a:pPr lvl="0"/>
            <a:r>
              <a:rPr lang="en-CA" dirty="0"/>
              <a:t>Skills</a:t>
            </a:r>
          </a:p>
        </p:txBody>
      </p:sp>
      <p:sp>
        <p:nvSpPr>
          <p:cNvPr id="16" name="Espace réservé du texte 12">
            <a:extLst>
              <a:ext uri="{FF2B5EF4-FFF2-40B4-BE49-F238E27FC236}">
                <a16:creationId xmlns:a16="http://schemas.microsoft.com/office/drawing/2014/main" id="{20095CCD-CD5E-3949-AE61-F6C4C445012D}"/>
              </a:ext>
            </a:extLst>
          </p:cNvPr>
          <p:cNvSpPr>
            <a:spLocks noGrp="1"/>
          </p:cNvSpPr>
          <p:nvPr>
            <p:ph type="body" sz="quarter" idx="18" hasCustomPrompt="1"/>
          </p:nvPr>
        </p:nvSpPr>
        <p:spPr>
          <a:xfrm>
            <a:off x="3827463" y="2178757"/>
            <a:ext cx="2076323" cy="310515"/>
          </a:xfrm>
          <a:prstGeom prst="rect">
            <a:avLst/>
          </a:prstGeom>
        </p:spPr>
        <p:txBody>
          <a:bodyPr lIns="0" tIns="0" rIns="0" bIns="0">
            <a:noAutofit/>
          </a:bodyPr>
          <a:lstStyle>
            <a:lvl1pPr marL="0" indent="0">
              <a:buNone/>
              <a:defRPr sz="1200" b="0">
                <a:solidFill>
                  <a:schemeClr val="accent1"/>
                </a:solidFill>
              </a:defRPr>
            </a:lvl1pPr>
          </a:lstStyle>
          <a:p>
            <a:pPr lvl="0"/>
            <a:r>
              <a:rPr lang="en-CA" dirty="0"/>
              <a:t>Date XXXX– XXXX</a:t>
            </a:r>
          </a:p>
          <a:p>
            <a:pPr lvl="0"/>
            <a:endParaRPr lang="en-CA" dirty="0"/>
          </a:p>
        </p:txBody>
      </p:sp>
      <p:sp>
        <p:nvSpPr>
          <p:cNvPr id="24" name="Espace réservé du texte 12">
            <a:extLst>
              <a:ext uri="{FF2B5EF4-FFF2-40B4-BE49-F238E27FC236}">
                <a16:creationId xmlns:a16="http://schemas.microsoft.com/office/drawing/2014/main" id="{AF74C33C-BE80-3E4F-AD16-B853AFB0DC94}"/>
              </a:ext>
            </a:extLst>
          </p:cNvPr>
          <p:cNvSpPr>
            <a:spLocks noGrp="1"/>
          </p:cNvSpPr>
          <p:nvPr>
            <p:ph type="body" sz="quarter" idx="21" hasCustomPrompt="1"/>
          </p:nvPr>
        </p:nvSpPr>
        <p:spPr>
          <a:xfrm>
            <a:off x="3827463" y="2510153"/>
            <a:ext cx="2076323" cy="792000"/>
          </a:xfrm>
          <a:prstGeom prst="rect">
            <a:avLst/>
          </a:prstGeom>
        </p:spPr>
        <p:txBody>
          <a:bodyPr lIns="0" tIns="0" rIns="0" bIns="0">
            <a:noAutofit/>
          </a:bodyPr>
          <a:lstStyle>
            <a:lvl1pPr marL="0" indent="0">
              <a:buNone/>
              <a:defRPr sz="1200" b="0">
                <a:solidFill>
                  <a:schemeClr val="tx1"/>
                </a:solidFill>
              </a:defRPr>
            </a:lvl1pPr>
          </a:lstStyle>
          <a:p>
            <a:pPr lvl="0"/>
            <a:r>
              <a:rPr lang="en-CA" dirty="0"/>
              <a:t>Description</a:t>
            </a:r>
          </a:p>
          <a:p>
            <a:pPr lvl="0"/>
            <a:endParaRPr lang="en-CA" dirty="0"/>
          </a:p>
        </p:txBody>
      </p:sp>
      <p:sp>
        <p:nvSpPr>
          <p:cNvPr id="25" name="Espace réservé du texte 12">
            <a:extLst>
              <a:ext uri="{FF2B5EF4-FFF2-40B4-BE49-F238E27FC236}">
                <a16:creationId xmlns:a16="http://schemas.microsoft.com/office/drawing/2014/main" id="{450C4AEB-3215-D247-8707-2CA376BCFA6C}"/>
              </a:ext>
            </a:extLst>
          </p:cNvPr>
          <p:cNvSpPr>
            <a:spLocks noGrp="1"/>
          </p:cNvSpPr>
          <p:nvPr>
            <p:ph type="body" sz="quarter" idx="22" hasCustomPrompt="1"/>
          </p:nvPr>
        </p:nvSpPr>
        <p:spPr>
          <a:xfrm>
            <a:off x="3827463" y="3577425"/>
            <a:ext cx="2076323" cy="309600"/>
          </a:xfrm>
          <a:prstGeom prst="rect">
            <a:avLst/>
          </a:prstGeom>
        </p:spPr>
        <p:txBody>
          <a:bodyPr lIns="0" tIns="0" rIns="0" bIns="0">
            <a:noAutofit/>
          </a:bodyPr>
          <a:lstStyle>
            <a:lvl1pPr marL="0" indent="0">
              <a:buNone/>
              <a:defRPr sz="1200" b="0">
                <a:solidFill>
                  <a:schemeClr val="accent1"/>
                </a:solidFill>
              </a:defRPr>
            </a:lvl1pPr>
          </a:lstStyle>
          <a:p>
            <a:pPr lvl="0"/>
            <a:r>
              <a:rPr lang="en-CA" dirty="0"/>
              <a:t>Date XXXX– XXXX</a:t>
            </a:r>
          </a:p>
          <a:p>
            <a:pPr lvl="0"/>
            <a:endParaRPr lang="en-CA" dirty="0"/>
          </a:p>
        </p:txBody>
      </p:sp>
      <p:sp>
        <p:nvSpPr>
          <p:cNvPr id="26" name="Espace réservé du texte 12">
            <a:extLst>
              <a:ext uri="{FF2B5EF4-FFF2-40B4-BE49-F238E27FC236}">
                <a16:creationId xmlns:a16="http://schemas.microsoft.com/office/drawing/2014/main" id="{8DBD234F-66B6-D24F-8630-18330562C11D}"/>
              </a:ext>
            </a:extLst>
          </p:cNvPr>
          <p:cNvSpPr>
            <a:spLocks noGrp="1"/>
          </p:cNvSpPr>
          <p:nvPr>
            <p:ph type="body" sz="quarter" idx="23" hasCustomPrompt="1"/>
          </p:nvPr>
        </p:nvSpPr>
        <p:spPr>
          <a:xfrm>
            <a:off x="3827463" y="3908820"/>
            <a:ext cx="2076323" cy="792000"/>
          </a:xfrm>
          <a:prstGeom prst="rect">
            <a:avLst/>
          </a:prstGeom>
        </p:spPr>
        <p:txBody>
          <a:bodyPr lIns="0" tIns="0" rIns="0" bIns="0">
            <a:noAutofit/>
          </a:bodyPr>
          <a:lstStyle>
            <a:lvl1pPr marL="0" indent="0">
              <a:buNone/>
              <a:defRPr sz="1200" b="0">
                <a:solidFill>
                  <a:schemeClr val="tx1"/>
                </a:solidFill>
              </a:defRPr>
            </a:lvl1pPr>
          </a:lstStyle>
          <a:p>
            <a:pPr lvl="0"/>
            <a:r>
              <a:rPr lang="en-CA" dirty="0"/>
              <a:t>Description</a:t>
            </a:r>
          </a:p>
          <a:p>
            <a:pPr lvl="0"/>
            <a:endParaRPr lang="en-CA" dirty="0"/>
          </a:p>
        </p:txBody>
      </p:sp>
      <p:sp>
        <p:nvSpPr>
          <p:cNvPr id="27" name="Espace réservé du texte 12">
            <a:extLst>
              <a:ext uri="{FF2B5EF4-FFF2-40B4-BE49-F238E27FC236}">
                <a16:creationId xmlns:a16="http://schemas.microsoft.com/office/drawing/2014/main" id="{91D5779F-40F4-114C-8F51-0E0ED5801647}"/>
              </a:ext>
            </a:extLst>
          </p:cNvPr>
          <p:cNvSpPr>
            <a:spLocks noGrp="1"/>
          </p:cNvSpPr>
          <p:nvPr>
            <p:ph type="body" sz="quarter" idx="24" hasCustomPrompt="1"/>
          </p:nvPr>
        </p:nvSpPr>
        <p:spPr>
          <a:xfrm>
            <a:off x="3827463" y="4973153"/>
            <a:ext cx="2076323" cy="310515"/>
          </a:xfrm>
          <a:prstGeom prst="rect">
            <a:avLst/>
          </a:prstGeom>
        </p:spPr>
        <p:txBody>
          <a:bodyPr lIns="0" tIns="0" rIns="0" bIns="0">
            <a:noAutofit/>
          </a:bodyPr>
          <a:lstStyle>
            <a:lvl1pPr marL="0" indent="0">
              <a:buNone/>
              <a:defRPr sz="1200" b="0">
                <a:solidFill>
                  <a:schemeClr val="accent1"/>
                </a:solidFill>
              </a:defRPr>
            </a:lvl1pPr>
          </a:lstStyle>
          <a:p>
            <a:pPr lvl="0"/>
            <a:r>
              <a:rPr lang="en-CA" dirty="0"/>
              <a:t>Date XXXX– XXXX</a:t>
            </a:r>
          </a:p>
          <a:p>
            <a:pPr lvl="0"/>
            <a:endParaRPr lang="en-CA" dirty="0"/>
          </a:p>
        </p:txBody>
      </p:sp>
      <p:sp>
        <p:nvSpPr>
          <p:cNvPr id="28" name="Espace réservé du texte 12">
            <a:extLst>
              <a:ext uri="{FF2B5EF4-FFF2-40B4-BE49-F238E27FC236}">
                <a16:creationId xmlns:a16="http://schemas.microsoft.com/office/drawing/2014/main" id="{02D4596C-769E-D04E-A5B1-EC681DAEE8E2}"/>
              </a:ext>
            </a:extLst>
          </p:cNvPr>
          <p:cNvSpPr>
            <a:spLocks noGrp="1"/>
          </p:cNvSpPr>
          <p:nvPr>
            <p:ph type="body" sz="quarter" idx="25" hasCustomPrompt="1"/>
          </p:nvPr>
        </p:nvSpPr>
        <p:spPr>
          <a:xfrm>
            <a:off x="3827463" y="5296457"/>
            <a:ext cx="2076323" cy="792000"/>
          </a:xfrm>
          <a:prstGeom prst="rect">
            <a:avLst/>
          </a:prstGeom>
        </p:spPr>
        <p:txBody>
          <a:bodyPr lIns="0" tIns="0" rIns="0" bIns="0">
            <a:noAutofit/>
          </a:bodyPr>
          <a:lstStyle>
            <a:lvl1pPr marL="0" indent="0">
              <a:buNone/>
              <a:defRPr sz="1200" b="0">
                <a:solidFill>
                  <a:schemeClr val="tx1"/>
                </a:solidFill>
              </a:defRPr>
            </a:lvl1pPr>
          </a:lstStyle>
          <a:p>
            <a:pPr lvl="0"/>
            <a:r>
              <a:rPr lang="en-CA" dirty="0"/>
              <a:t>Description</a:t>
            </a:r>
          </a:p>
          <a:p>
            <a:pPr lvl="0"/>
            <a:endParaRPr lang="en-CA" dirty="0"/>
          </a:p>
        </p:txBody>
      </p:sp>
      <p:sp>
        <p:nvSpPr>
          <p:cNvPr id="40" name="Espace réservé du texte 12">
            <a:extLst>
              <a:ext uri="{FF2B5EF4-FFF2-40B4-BE49-F238E27FC236}">
                <a16:creationId xmlns:a16="http://schemas.microsoft.com/office/drawing/2014/main" id="{47888554-5D19-8841-B473-5B61BFF2C10C}"/>
              </a:ext>
            </a:extLst>
          </p:cNvPr>
          <p:cNvSpPr>
            <a:spLocks noGrp="1"/>
          </p:cNvSpPr>
          <p:nvPr>
            <p:ph type="body" sz="quarter" idx="26" hasCustomPrompt="1"/>
          </p:nvPr>
        </p:nvSpPr>
        <p:spPr>
          <a:xfrm>
            <a:off x="6601206" y="2171405"/>
            <a:ext cx="2076323" cy="310515"/>
          </a:xfrm>
          <a:prstGeom prst="rect">
            <a:avLst/>
          </a:prstGeom>
        </p:spPr>
        <p:txBody>
          <a:bodyPr lIns="0" tIns="0" rIns="0" bIns="0">
            <a:noAutofit/>
          </a:bodyPr>
          <a:lstStyle>
            <a:lvl1pPr marL="0" indent="0">
              <a:buNone/>
              <a:defRPr sz="1200" b="0">
                <a:solidFill>
                  <a:schemeClr val="accent1"/>
                </a:solidFill>
              </a:defRPr>
            </a:lvl1pPr>
          </a:lstStyle>
          <a:p>
            <a:pPr lvl="0"/>
            <a:r>
              <a:rPr lang="en-CA" dirty="0"/>
              <a:t>Date XXXX– XXXX</a:t>
            </a:r>
          </a:p>
          <a:p>
            <a:pPr lvl="0"/>
            <a:endParaRPr lang="en-CA" dirty="0"/>
          </a:p>
        </p:txBody>
      </p:sp>
      <p:sp>
        <p:nvSpPr>
          <p:cNvPr id="41" name="Espace réservé du texte 12">
            <a:extLst>
              <a:ext uri="{FF2B5EF4-FFF2-40B4-BE49-F238E27FC236}">
                <a16:creationId xmlns:a16="http://schemas.microsoft.com/office/drawing/2014/main" id="{3970DAEB-7645-454B-8955-9052575C98F7}"/>
              </a:ext>
            </a:extLst>
          </p:cNvPr>
          <p:cNvSpPr>
            <a:spLocks noGrp="1"/>
          </p:cNvSpPr>
          <p:nvPr>
            <p:ph type="body" sz="quarter" idx="27" hasCustomPrompt="1"/>
          </p:nvPr>
        </p:nvSpPr>
        <p:spPr>
          <a:xfrm>
            <a:off x="6601206" y="2502801"/>
            <a:ext cx="2076323" cy="792000"/>
          </a:xfrm>
          <a:prstGeom prst="rect">
            <a:avLst/>
          </a:prstGeom>
        </p:spPr>
        <p:txBody>
          <a:bodyPr lIns="0" tIns="0" rIns="0" bIns="0">
            <a:noAutofit/>
          </a:bodyPr>
          <a:lstStyle>
            <a:lvl1pPr marL="0" indent="0">
              <a:buNone/>
              <a:defRPr sz="1200" b="0">
                <a:solidFill>
                  <a:schemeClr val="tx1"/>
                </a:solidFill>
              </a:defRPr>
            </a:lvl1pPr>
          </a:lstStyle>
          <a:p>
            <a:pPr lvl="0"/>
            <a:r>
              <a:rPr lang="en-CA" dirty="0"/>
              <a:t>Description</a:t>
            </a:r>
          </a:p>
          <a:p>
            <a:pPr lvl="0"/>
            <a:endParaRPr lang="en-CA" dirty="0"/>
          </a:p>
        </p:txBody>
      </p:sp>
      <p:sp>
        <p:nvSpPr>
          <p:cNvPr id="42" name="Espace réservé du texte 12">
            <a:extLst>
              <a:ext uri="{FF2B5EF4-FFF2-40B4-BE49-F238E27FC236}">
                <a16:creationId xmlns:a16="http://schemas.microsoft.com/office/drawing/2014/main" id="{65E9429C-4B9C-2C44-8067-2A7B97747993}"/>
              </a:ext>
            </a:extLst>
          </p:cNvPr>
          <p:cNvSpPr>
            <a:spLocks noGrp="1"/>
          </p:cNvSpPr>
          <p:nvPr>
            <p:ph type="body" sz="quarter" idx="28" hasCustomPrompt="1"/>
          </p:nvPr>
        </p:nvSpPr>
        <p:spPr>
          <a:xfrm>
            <a:off x="6601206" y="3583521"/>
            <a:ext cx="2076323" cy="310515"/>
          </a:xfrm>
          <a:prstGeom prst="rect">
            <a:avLst/>
          </a:prstGeom>
        </p:spPr>
        <p:txBody>
          <a:bodyPr lIns="0" tIns="0" rIns="0" bIns="0">
            <a:noAutofit/>
          </a:bodyPr>
          <a:lstStyle>
            <a:lvl1pPr marL="0" indent="0">
              <a:buNone/>
              <a:defRPr sz="1200" b="0">
                <a:solidFill>
                  <a:schemeClr val="accent1"/>
                </a:solidFill>
              </a:defRPr>
            </a:lvl1pPr>
          </a:lstStyle>
          <a:p>
            <a:pPr lvl="0"/>
            <a:r>
              <a:rPr lang="en-CA" dirty="0"/>
              <a:t>Date XXXX– XXXX</a:t>
            </a:r>
          </a:p>
          <a:p>
            <a:pPr lvl="0"/>
            <a:endParaRPr lang="en-CA" dirty="0"/>
          </a:p>
        </p:txBody>
      </p:sp>
      <p:sp>
        <p:nvSpPr>
          <p:cNvPr id="43" name="Espace réservé du texte 12">
            <a:extLst>
              <a:ext uri="{FF2B5EF4-FFF2-40B4-BE49-F238E27FC236}">
                <a16:creationId xmlns:a16="http://schemas.microsoft.com/office/drawing/2014/main" id="{C620E413-434A-AD48-9D92-DFC651AFAD06}"/>
              </a:ext>
            </a:extLst>
          </p:cNvPr>
          <p:cNvSpPr>
            <a:spLocks noGrp="1"/>
          </p:cNvSpPr>
          <p:nvPr>
            <p:ph type="body" sz="quarter" idx="29" hasCustomPrompt="1"/>
          </p:nvPr>
        </p:nvSpPr>
        <p:spPr>
          <a:xfrm>
            <a:off x="6601206" y="3914917"/>
            <a:ext cx="2076323" cy="792000"/>
          </a:xfrm>
          <a:prstGeom prst="rect">
            <a:avLst/>
          </a:prstGeom>
        </p:spPr>
        <p:txBody>
          <a:bodyPr lIns="0" tIns="0" rIns="0" bIns="0">
            <a:noAutofit/>
          </a:bodyPr>
          <a:lstStyle>
            <a:lvl1pPr marL="0" indent="0">
              <a:buNone/>
              <a:defRPr sz="1200" b="0">
                <a:solidFill>
                  <a:schemeClr val="tx1"/>
                </a:solidFill>
              </a:defRPr>
            </a:lvl1pPr>
          </a:lstStyle>
          <a:p>
            <a:pPr lvl="0"/>
            <a:r>
              <a:rPr lang="en-CA" dirty="0"/>
              <a:t>Description</a:t>
            </a:r>
          </a:p>
          <a:p>
            <a:pPr lvl="0"/>
            <a:endParaRPr lang="en-CA" dirty="0"/>
          </a:p>
        </p:txBody>
      </p:sp>
      <p:sp>
        <p:nvSpPr>
          <p:cNvPr id="44" name="Espace réservé du texte 12">
            <a:extLst>
              <a:ext uri="{FF2B5EF4-FFF2-40B4-BE49-F238E27FC236}">
                <a16:creationId xmlns:a16="http://schemas.microsoft.com/office/drawing/2014/main" id="{7CF6FBAA-EDE5-FB49-866C-B8EBCF06E86D}"/>
              </a:ext>
            </a:extLst>
          </p:cNvPr>
          <p:cNvSpPr>
            <a:spLocks noGrp="1"/>
          </p:cNvSpPr>
          <p:nvPr>
            <p:ph type="body" sz="quarter" idx="30" hasCustomPrompt="1"/>
          </p:nvPr>
        </p:nvSpPr>
        <p:spPr>
          <a:xfrm>
            <a:off x="6601206" y="4970105"/>
            <a:ext cx="2076323" cy="310515"/>
          </a:xfrm>
          <a:prstGeom prst="rect">
            <a:avLst/>
          </a:prstGeom>
        </p:spPr>
        <p:txBody>
          <a:bodyPr lIns="0" tIns="0" rIns="0" bIns="0">
            <a:noAutofit/>
          </a:bodyPr>
          <a:lstStyle>
            <a:lvl1pPr marL="0" indent="0">
              <a:buNone/>
              <a:defRPr sz="1200" b="0">
                <a:solidFill>
                  <a:schemeClr val="accent1"/>
                </a:solidFill>
              </a:defRPr>
            </a:lvl1pPr>
          </a:lstStyle>
          <a:p>
            <a:pPr lvl="0"/>
            <a:r>
              <a:rPr lang="en-CA" dirty="0"/>
              <a:t>Date XXXX– XXXX</a:t>
            </a:r>
          </a:p>
          <a:p>
            <a:pPr lvl="0"/>
            <a:endParaRPr lang="en-CA" dirty="0"/>
          </a:p>
        </p:txBody>
      </p:sp>
      <p:sp>
        <p:nvSpPr>
          <p:cNvPr id="45" name="Espace réservé du texte 12">
            <a:extLst>
              <a:ext uri="{FF2B5EF4-FFF2-40B4-BE49-F238E27FC236}">
                <a16:creationId xmlns:a16="http://schemas.microsoft.com/office/drawing/2014/main" id="{CBAB841A-326D-C24E-9D5D-1F837FD3C32A}"/>
              </a:ext>
            </a:extLst>
          </p:cNvPr>
          <p:cNvSpPr>
            <a:spLocks noGrp="1"/>
          </p:cNvSpPr>
          <p:nvPr>
            <p:ph type="body" sz="quarter" idx="31" hasCustomPrompt="1"/>
          </p:nvPr>
        </p:nvSpPr>
        <p:spPr>
          <a:xfrm>
            <a:off x="6601206" y="5293409"/>
            <a:ext cx="2076323" cy="792000"/>
          </a:xfrm>
          <a:prstGeom prst="rect">
            <a:avLst/>
          </a:prstGeom>
        </p:spPr>
        <p:txBody>
          <a:bodyPr lIns="0" tIns="0" rIns="0" bIns="0">
            <a:noAutofit/>
          </a:bodyPr>
          <a:lstStyle>
            <a:lvl1pPr marL="0" indent="0">
              <a:buNone/>
              <a:defRPr sz="1200" b="0">
                <a:solidFill>
                  <a:schemeClr val="tx1"/>
                </a:solidFill>
              </a:defRPr>
            </a:lvl1pPr>
          </a:lstStyle>
          <a:p>
            <a:pPr lvl="0"/>
            <a:r>
              <a:rPr lang="en-CA" dirty="0"/>
              <a:t>Description</a:t>
            </a:r>
          </a:p>
          <a:p>
            <a:pPr lvl="0"/>
            <a:endParaRPr lang="en-CA" dirty="0"/>
          </a:p>
        </p:txBody>
      </p:sp>
      <p:sp>
        <p:nvSpPr>
          <p:cNvPr id="46" name="Espace réservé du texte 12">
            <a:extLst>
              <a:ext uri="{FF2B5EF4-FFF2-40B4-BE49-F238E27FC236}">
                <a16:creationId xmlns:a16="http://schemas.microsoft.com/office/drawing/2014/main" id="{95AD3CFD-2DE9-C943-BA43-8B744BAD8A28}"/>
              </a:ext>
            </a:extLst>
          </p:cNvPr>
          <p:cNvSpPr>
            <a:spLocks noGrp="1"/>
          </p:cNvSpPr>
          <p:nvPr>
            <p:ph type="body" sz="quarter" idx="32" hasCustomPrompt="1"/>
          </p:nvPr>
        </p:nvSpPr>
        <p:spPr>
          <a:xfrm>
            <a:off x="9338819" y="5689069"/>
            <a:ext cx="2076323" cy="310515"/>
          </a:xfrm>
          <a:prstGeom prst="rect">
            <a:avLst/>
          </a:prstGeom>
        </p:spPr>
        <p:txBody>
          <a:bodyPr lIns="0" tIns="0" rIns="0" bIns="0">
            <a:noAutofit/>
          </a:bodyPr>
          <a:lstStyle>
            <a:lvl1pPr marL="0" indent="0">
              <a:buNone/>
              <a:defRPr sz="1200" b="0">
                <a:solidFill>
                  <a:schemeClr val="tx1"/>
                </a:solidFill>
              </a:defRPr>
            </a:lvl1pPr>
          </a:lstStyle>
          <a:p>
            <a:pPr lvl="0"/>
            <a:r>
              <a:rPr lang="en-CA" dirty="0"/>
              <a:t>Skills</a:t>
            </a:r>
          </a:p>
          <a:p>
            <a:pPr lvl="0"/>
            <a:endParaRPr lang="en-CA" dirty="0"/>
          </a:p>
        </p:txBody>
      </p:sp>
      <p:sp>
        <p:nvSpPr>
          <p:cNvPr id="47" name="Espace réservé du texte 12">
            <a:extLst>
              <a:ext uri="{FF2B5EF4-FFF2-40B4-BE49-F238E27FC236}">
                <a16:creationId xmlns:a16="http://schemas.microsoft.com/office/drawing/2014/main" id="{243ED50F-FE73-A540-9506-CF3FA6620F75}"/>
              </a:ext>
            </a:extLst>
          </p:cNvPr>
          <p:cNvSpPr>
            <a:spLocks noGrp="1"/>
          </p:cNvSpPr>
          <p:nvPr>
            <p:ph type="body" sz="quarter" idx="33" hasCustomPrompt="1"/>
          </p:nvPr>
        </p:nvSpPr>
        <p:spPr>
          <a:xfrm>
            <a:off x="9338819" y="2183913"/>
            <a:ext cx="2076323" cy="310515"/>
          </a:xfrm>
          <a:prstGeom prst="rect">
            <a:avLst/>
          </a:prstGeom>
        </p:spPr>
        <p:txBody>
          <a:bodyPr lIns="0" tIns="0" rIns="0" bIns="0">
            <a:noAutofit/>
          </a:bodyPr>
          <a:lstStyle>
            <a:lvl1pPr marL="0" indent="0">
              <a:buNone/>
              <a:defRPr sz="1200" b="0">
                <a:solidFill>
                  <a:schemeClr val="tx1"/>
                </a:solidFill>
              </a:defRPr>
            </a:lvl1pPr>
          </a:lstStyle>
          <a:p>
            <a:pPr lvl="0"/>
            <a:r>
              <a:rPr lang="en-CA" dirty="0"/>
              <a:t>Skills</a:t>
            </a:r>
          </a:p>
          <a:p>
            <a:pPr lvl="0"/>
            <a:endParaRPr lang="en-CA" dirty="0"/>
          </a:p>
        </p:txBody>
      </p:sp>
      <p:sp>
        <p:nvSpPr>
          <p:cNvPr id="48" name="Espace réservé du texte 12">
            <a:extLst>
              <a:ext uri="{FF2B5EF4-FFF2-40B4-BE49-F238E27FC236}">
                <a16:creationId xmlns:a16="http://schemas.microsoft.com/office/drawing/2014/main" id="{2CCFDE26-46F5-944F-8BF0-84097E7D3521}"/>
              </a:ext>
            </a:extLst>
          </p:cNvPr>
          <p:cNvSpPr>
            <a:spLocks noGrp="1"/>
          </p:cNvSpPr>
          <p:nvPr>
            <p:ph type="body" sz="quarter" idx="34" hasCustomPrompt="1"/>
          </p:nvPr>
        </p:nvSpPr>
        <p:spPr>
          <a:xfrm>
            <a:off x="9338819" y="2882115"/>
            <a:ext cx="2076323" cy="310515"/>
          </a:xfrm>
          <a:prstGeom prst="rect">
            <a:avLst/>
          </a:prstGeom>
        </p:spPr>
        <p:txBody>
          <a:bodyPr lIns="0" tIns="0" rIns="0" bIns="0">
            <a:noAutofit/>
          </a:bodyPr>
          <a:lstStyle>
            <a:lvl1pPr marL="0" indent="0">
              <a:buNone/>
              <a:defRPr sz="1200" b="0">
                <a:solidFill>
                  <a:schemeClr val="tx1"/>
                </a:solidFill>
              </a:defRPr>
            </a:lvl1pPr>
          </a:lstStyle>
          <a:p>
            <a:pPr lvl="0"/>
            <a:r>
              <a:rPr lang="en-CA" dirty="0"/>
              <a:t>Skills</a:t>
            </a:r>
          </a:p>
          <a:p>
            <a:pPr lvl="0"/>
            <a:endParaRPr lang="en-CA" dirty="0"/>
          </a:p>
        </p:txBody>
      </p:sp>
      <p:sp>
        <p:nvSpPr>
          <p:cNvPr id="49" name="Espace réservé du texte 12">
            <a:extLst>
              <a:ext uri="{FF2B5EF4-FFF2-40B4-BE49-F238E27FC236}">
                <a16:creationId xmlns:a16="http://schemas.microsoft.com/office/drawing/2014/main" id="{FC6B7BD4-1B8A-954F-85B0-4D37B7C641E0}"/>
              </a:ext>
            </a:extLst>
          </p:cNvPr>
          <p:cNvSpPr>
            <a:spLocks noGrp="1"/>
          </p:cNvSpPr>
          <p:nvPr>
            <p:ph type="body" sz="quarter" idx="35" hasCustomPrompt="1"/>
          </p:nvPr>
        </p:nvSpPr>
        <p:spPr>
          <a:xfrm>
            <a:off x="9338819" y="3567449"/>
            <a:ext cx="2076323" cy="310515"/>
          </a:xfrm>
          <a:prstGeom prst="rect">
            <a:avLst/>
          </a:prstGeom>
        </p:spPr>
        <p:txBody>
          <a:bodyPr lIns="0" tIns="0" rIns="0" bIns="0">
            <a:noAutofit/>
          </a:bodyPr>
          <a:lstStyle>
            <a:lvl1pPr marL="0" indent="0">
              <a:buNone/>
              <a:defRPr sz="1200" b="0">
                <a:solidFill>
                  <a:schemeClr val="tx1"/>
                </a:solidFill>
              </a:defRPr>
            </a:lvl1pPr>
          </a:lstStyle>
          <a:p>
            <a:pPr lvl="0"/>
            <a:r>
              <a:rPr lang="en-CA" dirty="0"/>
              <a:t>Skills</a:t>
            </a:r>
          </a:p>
          <a:p>
            <a:pPr lvl="0"/>
            <a:endParaRPr lang="en-CA" dirty="0"/>
          </a:p>
        </p:txBody>
      </p:sp>
      <p:sp>
        <p:nvSpPr>
          <p:cNvPr id="50" name="Espace réservé du texte 12">
            <a:extLst>
              <a:ext uri="{FF2B5EF4-FFF2-40B4-BE49-F238E27FC236}">
                <a16:creationId xmlns:a16="http://schemas.microsoft.com/office/drawing/2014/main" id="{133898AB-EC8E-4C43-B65F-51B268B0E383}"/>
              </a:ext>
            </a:extLst>
          </p:cNvPr>
          <p:cNvSpPr>
            <a:spLocks noGrp="1"/>
          </p:cNvSpPr>
          <p:nvPr>
            <p:ph type="body" sz="quarter" idx="36" hasCustomPrompt="1"/>
          </p:nvPr>
        </p:nvSpPr>
        <p:spPr>
          <a:xfrm>
            <a:off x="9338819" y="4270366"/>
            <a:ext cx="2076323" cy="310515"/>
          </a:xfrm>
          <a:prstGeom prst="rect">
            <a:avLst/>
          </a:prstGeom>
        </p:spPr>
        <p:txBody>
          <a:bodyPr lIns="0" tIns="0" rIns="0" bIns="0">
            <a:noAutofit/>
          </a:bodyPr>
          <a:lstStyle>
            <a:lvl1pPr marL="0" indent="0">
              <a:buNone/>
              <a:defRPr sz="1200" b="0">
                <a:solidFill>
                  <a:schemeClr val="tx1"/>
                </a:solidFill>
              </a:defRPr>
            </a:lvl1pPr>
          </a:lstStyle>
          <a:p>
            <a:pPr lvl="0"/>
            <a:r>
              <a:rPr lang="en-CA" dirty="0"/>
              <a:t>Skills</a:t>
            </a:r>
          </a:p>
          <a:p>
            <a:pPr lvl="0"/>
            <a:endParaRPr lang="en-CA" dirty="0"/>
          </a:p>
        </p:txBody>
      </p:sp>
      <p:sp>
        <p:nvSpPr>
          <p:cNvPr id="51" name="Espace réservé du texte 12">
            <a:extLst>
              <a:ext uri="{FF2B5EF4-FFF2-40B4-BE49-F238E27FC236}">
                <a16:creationId xmlns:a16="http://schemas.microsoft.com/office/drawing/2014/main" id="{248D277D-8ACF-F147-B6AA-2FEB83B1B063}"/>
              </a:ext>
            </a:extLst>
          </p:cNvPr>
          <p:cNvSpPr>
            <a:spLocks noGrp="1"/>
          </p:cNvSpPr>
          <p:nvPr>
            <p:ph type="body" sz="quarter" idx="37" hasCustomPrompt="1"/>
          </p:nvPr>
        </p:nvSpPr>
        <p:spPr>
          <a:xfrm>
            <a:off x="9338819" y="4982068"/>
            <a:ext cx="2076323" cy="310515"/>
          </a:xfrm>
          <a:prstGeom prst="rect">
            <a:avLst/>
          </a:prstGeom>
        </p:spPr>
        <p:txBody>
          <a:bodyPr lIns="0" tIns="0" rIns="0" bIns="0">
            <a:noAutofit/>
          </a:bodyPr>
          <a:lstStyle>
            <a:lvl1pPr marL="0" indent="0">
              <a:buNone/>
              <a:defRPr sz="1200" b="0">
                <a:solidFill>
                  <a:schemeClr val="tx1"/>
                </a:solidFill>
              </a:defRPr>
            </a:lvl1pPr>
          </a:lstStyle>
          <a:p>
            <a:pPr lvl="0"/>
            <a:r>
              <a:rPr lang="en-CA" dirty="0"/>
              <a:t>Skills</a:t>
            </a:r>
          </a:p>
          <a:p>
            <a:pPr lvl="0"/>
            <a:endParaRPr lang="en-CA" dirty="0"/>
          </a:p>
        </p:txBody>
      </p:sp>
      <p:sp>
        <p:nvSpPr>
          <p:cNvPr id="71" name="Rectangle 70">
            <a:extLst>
              <a:ext uri="{FF2B5EF4-FFF2-40B4-BE49-F238E27FC236}">
                <a16:creationId xmlns:a16="http://schemas.microsoft.com/office/drawing/2014/main" id="{A3E2C9B9-D123-9140-9766-89B60B158F43}"/>
              </a:ext>
            </a:extLst>
          </p:cNvPr>
          <p:cNvSpPr/>
          <p:nvPr userDrawn="1"/>
        </p:nvSpPr>
        <p:spPr bwMode="gray">
          <a:xfrm>
            <a:off x="9329465" y="2502502"/>
            <a:ext cx="2086805" cy="77104"/>
          </a:xfrm>
          <a:prstGeom prst="rect">
            <a:avLst/>
          </a:prstGeom>
          <a:solidFill>
            <a:schemeClr val="accent6">
              <a:lumMod val="60000"/>
              <a:lumOff val="40000"/>
            </a:schemeClr>
          </a:solidFill>
          <a:ln w="9525" algn="ctr">
            <a:noFill/>
            <a:miter lim="800000"/>
            <a:headEnd/>
            <a:tailEnd/>
          </a:ln>
          <a:effectLst/>
        </p:spPr>
        <p:txBody>
          <a:bodyPr lIns="63500" tIns="0" rIns="64800" bIns="0" rtlCol="0" anchor="ctr">
            <a:noAutofit/>
          </a:bodyPr>
          <a:lstStyle/>
          <a:p>
            <a:pPr algn="ctr">
              <a:spcBef>
                <a:spcPct val="0"/>
              </a:spcBef>
              <a:buClrTx/>
              <a:buSzPct val="90000"/>
            </a:pPr>
            <a:endParaRPr lang="en-CA" sz="1600" b="1" dirty="0">
              <a:solidFill>
                <a:schemeClr val="bg1"/>
              </a:solidFill>
              <a:cs typeface="Arial" pitchFamily="34" charset="0"/>
            </a:endParaRPr>
          </a:p>
        </p:txBody>
      </p:sp>
      <p:sp>
        <p:nvSpPr>
          <p:cNvPr id="72" name="Rectangle 71">
            <a:extLst>
              <a:ext uri="{FF2B5EF4-FFF2-40B4-BE49-F238E27FC236}">
                <a16:creationId xmlns:a16="http://schemas.microsoft.com/office/drawing/2014/main" id="{B3DD6D09-F468-D841-BF43-54F32E303D62}"/>
              </a:ext>
            </a:extLst>
          </p:cNvPr>
          <p:cNvSpPr/>
          <p:nvPr userDrawn="1"/>
        </p:nvSpPr>
        <p:spPr bwMode="gray">
          <a:xfrm>
            <a:off x="9329465" y="3208876"/>
            <a:ext cx="2086805" cy="77104"/>
          </a:xfrm>
          <a:prstGeom prst="rect">
            <a:avLst/>
          </a:prstGeom>
          <a:solidFill>
            <a:schemeClr val="accent6">
              <a:lumMod val="60000"/>
              <a:lumOff val="40000"/>
            </a:schemeClr>
          </a:solidFill>
          <a:ln w="9525" algn="ctr">
            <a:noFill/>
            <a:miter lim="800000"/>
            <a:headEnd/>
            <a:tailEnd/>
          </a:ln>
          <a:effectLst/>
        </p:spPr>
        <p:txBody>
          <a:bodyPr lIns="63500" tIns="0" rIns="64800" bIns="0" rtlCol="0" anchor="ctr">
            <a:noAutofit/>
          </a:bodyPr>
          <a:lstStyle/>
          <a:p>
            <a:pPr algn="ctr">
              <a:spcBef>
                <a:spcPct val="0"/>
              </a:spcBef>
              <a:buClrTx/>
              <a:buSzPct val="90000"/>
            </a:pPr>
            <a:endParaRPr lang="en-CA" sz="1600" b="1" dirty="0">
              <a:solidFill>
                <a:schemeClr val="bg1"/>
              </a:solidFill>
              <a:cs typeface="Arial" pitchFamily="34" charset="0"/>
            </a:endParaRPr>
          </a:p>
        </p:txBody>
      </p:sp>
      <p:sp>
        <p:nvSpPr>
          <p:cNvPr id="73" name="Rectangle 72">
            <a:extLst>
              <a:ext uri="{FF2B5EF4-FFF2-40B4-BE49-F238E27FC236}">
                <a16:creationId xmlns:a16="http://schemas.microsoft.com/office/drawing/2014/main" id="{2298873A-8C14-B343-A7CC-7FB17B3A9CBE}"/>
              </a:ext>
            </a:extLst>
          </p:cNvPr>
          <p:cNvSpPr/>
          <p:nvPr userDrawn="1"/>
        </p:nvSpPr>
        <p:spPr bwMode="gray">
          <a:xfrm>
            <a:off x="9329465" y="3887637"/>
            <a:ext cx="2086805" cy="77104"/>
          </a:xfrm>
          <a:prstGeom prst="rect">
            <a:avLst/>
          </a:prstGeom>
          <a:solidFill>
            <a:schemeClr val="accent6">
              <a:lumMod val="60000"/>
              <a:lumOff val="40000"/>
            </a:schemeClr>
          </a:solidFill>
          <a:ln w="9525" algn="ctr">
            <a:noFill/>
            <a:miter lim="800000"/>
            <a:headEnd/>
            <a:tailEnd/>
          </a:ln>
          <a:effectLst/>
        </p:spPr>
        <p:txBody>
          <a:bodyPr lIns="63500" tIns="0" rIns="64800" bIns="0" rtlCol="0" anchor="ctr">
            <a:noAutofit/>
          </a:bodyPr>
          <a:lstStyle/>
          <a:p>
            <a:pPr algn="ctr">
              <a:spcBef>
                <a:spcPct val="0"/>
              </a:spcBef>
              <a:buClrTx/>
              <a:buSzPct val="90000"/>
            </a:pPr>
            <a:endParaRPr lang="en-CA" sz="1600" b="1" dirty="0">
              <a:solidFill>
                <a:schemeClr val="bg1"/>
              </a:solidFill>
              <a:cs typeface="Arial" pitchFamily="34" charset="0"/>
            </a:endParaRPr>
          </a:p>
        </p:txBody>
      </p:sp>
      <p:sp>
        <p:nvSpPr>
          <p:cNvPr id="74" name="Rectangle 73">
            <a:extLst>
              <a:ext uri="{FF2B5EF4-FFF2-40B4-BE49-F238E27FC236}">
                <a16:creationId xmlns:a16="http://schemas.microsoft.com/office/drawing/2014/main" id="{90A4235C-75A4-A243-B4A1-0BC434FED741}"/>
              </a:ext>
            </a:extLst>
          </p:cNvPr>
          <p:cNvSpPr/>
          <p:nvPr userDrawn="1"/>
        </p:nvSpPr>
        <p:spPr bwMode="gray">
          <a:xfrm>
            <a:off x="9329465" y="4593946"/>
            <a:ext cx="2086805" cy="77104"/>
          </a:xfrm>
          <a:prstGeom prst="rect">
            <a:avLst/>
          </a:prstGeom>
          <a:solidFill>
            <a:schemeClr val="accent6">
              <a:lumMod val="60000"/>
              <a:lumOff val="40000"/>
            </a:schemeClr>
          </a:solidFill>
          <a:ln w="9525" algn="ctr">
            <a:noFill/>
            <a:miter lim="800000"/>
            <a:headEnd/>
            <a:tailEnd/>
          </a:ln>
          <a:effectLst/>
        </p:spPr>
        <p:txBody>
          <a:bodyPr lIns="63500" tIns="0" rIns="64800" bIns="0" rtlCol="0" anchor="ctr">
            <a:noAutofit/>
          </a:bodyPr>
          <a:lstStyle/>
          <a:p>
            <a:pPr algn="ctr">
              <a:spcBef>
                <a:spcPct val="0"/>
              </a:spcBef>
              <a:buClrTx/>
              <a:buSzPct val="90000"/>
            </a:pPr>
            <a:endParaRPr lang="en-CA" sz="1600" b="1" dirty="0">
              <a:solidFill>
                <a:schemeClr val="bg1"/>
              </a:solidFill>
              <a:cs typeface="Arial" pitchFamily="34" charset="0"/>
            </a:endParaRPr>
          </a:p>
        </p:txBody>
      </p:sp>
      <p:sp>
        <p:nvSpPr>
          <p:cNvPr id="75" name="Rectangle 74">
            <a:extLst>
              <a:ext uri="{FF2B5EF4-FFF2-40B4-BE49-F238E27FC236}">
                <a16:creationId xmlns:a16="http://schemas.microsoft.com/office/drawing/2014/main" id="{A9CFB8E7-7827-3844-9CD8-99084B3B5665}"/>
              </a:ext>
            </a:extLst>
          </p:cNvPr>
          <p:cNvSpPr/>
          <p:nvPr userDrawn="1"/>
        </p:nvSpPr>
        <p:spPr bwMode="gray">
          <a:xfrm>
            <a:off x="9329465" y="5301603"/>
            <a:ext cx="2086805" cy="77104"/>
          </a:xfrm>
          <a:prstGeom prst="rect">
            <a:avLst/>
          </a:prstGeom>
          <a:solidFill>
            <a:schemeClr val="accent6">
              <a:lumMod val="60000"/>
              <a:lumOff val="40000"/>
            </a:schemeClr>
          </a:solidFill>
          <a:ln w="9525" algn="ctr">
            <a:noFill/>
            <a:miter lim="800000"/>
            <a:headEnd/>
            <a:tailEnd/>
          </a:ln>
          <a:effectLst/>
        </p:spPr>
        <p:txBody>
          <a:bodyPr lIns="63500" tIns="0" rIns="64800" bIns="0" rtlCol="0" anchor="ctr">
            <a:noAutofit/>
          </a:bodyPr>
          <a:lstStyle/>
          <a:p>
            <a:pPr algn="ctr">
              <a:spcBef>
                <a:spcPct val="0"/>
              </a:spcBef>
              <a:buClrTx/>
              <a:buSzPct val="90000"/>
            </a:pPr>
            <a:endParaRPr lang="en-CA" sz="1600" b="1" dirty="0">
              <a:solidFill>
                <a:schemeClr val="bg1"/>
              </a:solidFill>
              <a:cs typeface="Arial" pitchFamily="34" charset="0"/>
            </a:endParaRPr>
          </a:p>
        </p:txBody>
      </p:sp>
      <p:sp>
        <p:nvSpPr>
          <p:cNvPr id="76" name="Rectangle 75">
            <a:extLst>
              <a:ext uri="{FF2B5EF4-FFF2-40B4-BE49-F238E27FC236}">
                <a16:creationId xmlns:a16="http://schemas.microsoft.com/office/drawing/2014/main" id="{9ADD0EBE-315C-554F-B291-C50A3881353F}"/>
              </a:ext>
            </a:extLst>
          </p:cNvPr>
          <p:cNvSpPr/>
          <p:nvPr userDrawn="1"/>
        </p:nvSpPr>
        <p:spPr bwMode="gray">
          <a:xfrm>
            <a:off x="9329465" y="6015718"/>
            <a:ext cx="2086805" cy="77104"/>
          </a:xfrm>
          <a:prstGeom prst="rect">
            <a:avLst/>
          </a:prstGeom>
          <a:solidFill>
            <a:schemeClr val="accent6">
              <a:lumMod val="60000"/>
              <a:lumOff val="40000"/>
            </a:schemeClr>
          </a:solidFill>
          <a:ln w="9525" algn="ctr">
            <a:noFill/>
            <a:miter lim="800000"/>
            <a:headEnd/>
            <a:tailEnd/>
          </a:ln>
          <a:effectLst/>
        </p:spPr>
        <p:txBody>
          <a:bodyPr lIns="63500" tIns="0" rIns="64800" bIns="0" rtlCol="0" anchor="ctr">
            <a:noAutofit/>
          </a:bodyPr>
          <a:lstStyle/>
          <a:p>
            <a:pPr algn="ctr">
              <a:spcBef>
                <a:spcPct val="0"/>
              </a:spcBef>
              <a:buClrTx/>
              <a:buSzPct val="90000"/>
            </a:pPr>
            <a:endParaRPr lang="en-CA" sz="1600" b="1" dirty="0">
              <a:solidFill>
                <a:schemeClr val="bg1"/>
              </a:solidFill>
              <a:cs typeface="Arial" pitchFamily="34" charset="0"/>
            </a:endParaRPr>
          </a:p>
        </p:txBody>
      </p:sp>
      <p:sp>
        <p:nvSpPr>
          <p:cNvPr id="34" name="Espace réservé du numéro de diapositive 2">
            <a:extLst>
              <a:ext uri="{FF2B5EF4-FFF2-40B4-BE49-F238E27FC236}">
                <a16:creationId xmlns:a16="http://schemas.microsoft.com/office/drawing/2014/main" id="{23036407-D96C-C547-8CD5-FCAA41B9A8C9}"/>
              </a:ext>
            </a:extLst>
          </p:cNvPr>
          <p:cNvSpPr>
            <a:spLocks noGrp="1"/>
          </p:cNvSpPr>
          <p:nvPr>
            <p:ph type="sldNum" sz="quarter" idx="4"/>
          </p:nvPr>
        </p:nvSpPr>
        <p:spPr>
          <a:xfrm>
            <a:off x="11163034" y="6264308"/>
            <a:ext cx="261660" cy="169200"/>
          </a:xfrm>
        </p:spPr>
        <p:txBody>
          <a:bodyPr>
            <a:noAutofit/>
          </a:bodyPr>
          <a:lstStyle/>
          <a:p>
            <a:fld id="{525A3C56-E491-49B2-93F3-63532DF516BC}" type="slidenum">
              <a:rPr lang="en-CA" smtClean="0"/>
              <a:pPr/>
              <a:t>‹#›</a:t>
            </a:fld>
            <a:endParaRPr lang="en-CA" dirty="0"/>
          </a:p>
        </p:txBody>
      </p:sp>
      <p:sp>
        <p:nvSpPr>
          <p:cNvPr id="3" name="ZoneTexte 2">
            <a:extLst>
              <a:ext uri="{FF2B5EF4-FFF2-40B4-BE49-F238E27FC236}">
                <a16:creationId xmlns:a16="http://schemas.microsoft.com/office/drawing/2014/main" id="{61B21103-E2FC-9A4F-B1FC-101DCF00FDC0}"/>
              </a:ext>
            </a:extLst>
          </p:cNvPr>
          <p:cNvSpPr txBox="1"/>
          <p:nvPr userDrawn="1"/>
        </p:nvSpPr>
        <p:spPr>
          <a:xfrm>
            <a:off x="12708835" y="1311965"/>
            <a:ext cx="0" cy="0"/>
          </a:xfrm>
          <a:prstGeom prst="rect">
            <a:avLst/>
          </a:prstGeom>
        </p:spPr>
        <p:txBody>
          <a:bodyPr vert="horz" wrap="none" lIns="0" tIns="0" rIns="0" bIns="0" rtlCol="0" anchor="t" anchorCtr="0">
            <a:noAutofit/>
          </a:bodyPr>
          <a:lstStyle/>
          <a:p>
            <a:pPr algn="l"/>
            <a:endParaRPr lang="en-CA" dirty="0"/>
          </a:p>
        </p:txBody>
      </p:sp>
      <p:sp>
        <p:nvSpPr>
          <p:cNvPr id="35" name="Titre 1">
            <a:extLst>
              <a:ext uri="{FF2B5EF4-FFF2-40B4-BE49-F238E27FC236}">
                <a16:creationId xmlns:a16="http://schemas.microsoft.com/office/drawing/2014/main" id="{E0888284-0A0C-7449-8B9C-C2DC99508215}"/>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dirty="0"/>
              <a:t>Resume</a:t>
            </a:r>
          </a:p>
        </p:txBody>
      </p:sp>
    </p:spTree>
    <p:extLst>
      <p:ext uri="{BB962C8B-B14F-4D97-AF65-F5344CB8AC3E}">
        <p14:creationId xmlns:p14="http://schemas.microsoft.com/office/powerpoint/2010/main" val="117563798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CV / Resume">
    <p:spTree>
      <p:nvGrpSpPr>
        <p:cNvPr id="1" name=""/>
        <p:cNvGrpSpPr/>
        <p:nvPr/>
      </p:nvGrpSpPr>
      <p:grpSpPr>
        <a:xfrm>
          <a:off x="0" y="0"/>
          <a:ext cx="0" cy="0"/>
          <a:chOff x="0" y="0"/>
          <a:chExt cx="0" cy="0"/>
        </a:xfrm>
      </p:grpSpPr>
      <p:sp>
        <p:nvSpPr>
          <p:cNvPr id="19" name="Forme libre 13">
            <a:extLst>
              <a:ext uri="{FF2B5EF4-FFF2-40B4-BE49-F238E27FC236}">
                <a16:creationId xmlns:a16="http://schemas.microsoft.com/office/drawing/2014/main" id="{5C45700E-216F-B143-AB3D-B415EEE0460A}"/>
              </a:ext>
            </a:extLst>
          </p:cNvPr>
          <p:cNvSpPr>
            <a:spLocks noChangeAspect="1"/>
          </p:cNvSpPr>
          <p:nvPr userDrawn="1"/>
        </p:nvSpPr>
        <p:spPr bwMode="gray">
          <a:xfrm rot="16200000">
            <a:off x="10128740" y="773452"/>
            <a:ext cx="1307399" cy="1307398"/>
          </a:xfrm>
          <a:custGeom>
            <a:avLst/>
            <a:gdLst>
              <a:gd name="connsiteX0" fmla="*/ 0 w 3168353"/>
              <a:gd name="connsiteY0" fmla="*/ 3168352 h 3168352"/>
              <a:gd name="connsiteX1" fmla="*/ 0 w 3168353"/>
              <a:gd name="connsiteY1" fmla="*/ 1902429 h 3168352"/>
              <a:gd name="connsiteX2" fmla="*/ 1902430 w 3168353"/>
              <a:gd name="connsiteY2" fmla="*/ 1902429 h 3168352"/>
              <a:gd name="connsiteX3" fmla="*/ 1902430 w 3168353"/>
              <a:gd name="connsiteY3" fmla="*/ 0 h 3168352"/>
              <a:gd name="connsiteX4" fmla="*/ 3168353 w 3168353"/>
              <a:gd name="connsiteY4" fmla="*/ 0 h 3168352"/>
              <a:gd name="connsiteX5" fmla="*/ 3168353 w 3168353"/>
              <a:gd name="connsiteY5" fmla="*/ 3168352 h 3168352"/>
              <a:gd name="connsiteX6" fmla="*/ 1902430 w 3168353"/>
              <a:gd name="connsiteY6" fmla="*/ 3168352 h 3168352"/>
              <a:gd name="connsiteX7" fmla="*/ 1902430 w 3168353"/>
              <a:gd name="connsiteY7" fmla="*/ 3168352 h 3168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8353" h="3168352">
                <a:moveTo>
                  <a:pt x="0" y="3168352"/>
                </a:moveTo>
                <a:lnTo>
                  <a:pt x="0" y="1902429"/>
                </a:lnTo>
                <a:lnTo>
                  <a:pt x="1902430" y="1902429"/>
                </a:lnTo>
                <a:lnTo>
                  <a:pt x="1902430" y="0"/>
                </a:lnTo>
                <a:lnTo>
                  <a:pt x="3168353" y="0"/>
                </a:lnTo>
                <a:lnTo>
                  <a:pt x="3168353" y="3168352"/>
                </a:lnTo>
                <a:lnTo>
                  <a:pt x="1902430" y="3168352"/>
                </a:lnTo>
                <a:lnTo>
                  <a:pt x="1902430" y="3168352"/>
                </a:lnTo>
                <a:close/>
              </a:path>
            </a:pathLst>
          </a:custGeom>
          <a:gradFill flip="none" rotWithShape="1">
            <a:gsLst>
              <a:gs pos="60000">
                <a:srgbClr val="A82465"/>
              </a:gs>
              <a:gs pos="0">
                <a:srgbClr val="E31937"/>
              </a:gs>
              <a:gs pos="100000">
                <a:srgbClr val="5236AB"/>
              </a:gs>
            </a:gsLst>
            <a:lin ang="16800000" scaled="0"/>
            <a:tileRect/>
          </a:gradFill>
          <a:ln w="9525" algn="ctr">
            <a:noFill/>
            <a:miter lim="800000"/>
            <a:headEnd/>
            <a:tailEnd/>
          </a:ln>
          <a:effectLst/>
        </p:spPr>
        <p:txBody>
          <a:bodyPr lIns="63500" tIns="0" rIns="64800" bIns="0" rtlCol="0" anchor="ctr"/>
          <a:lstStyle/>
          <a:p>
            <a:pPr lvl="0" algn="ctr">
              <a:spcBef>
                <a:spcPct val="0"/>
              </a:spcBef>
              <a:buClrTx/>
              <a:buSzPct val="90000"/>
            </a:pPr>
            <a:endParaRPr lang="en-CA" sz="1600" b="1" dirty="0">
              <a:solidFill>
                <a:schemeClr val="bg1"/>
              </a:solidFill>
              <a:cs typeface="Arial" pitchFamily="34" charset="0"/>
            </a:endParaRPr>
          </a:p>
        </p:txBody>
      </p:sp>
      <p:sp>
        <p:nvSpPr>
          <p:cNvPr id="20" name="Picture Placeholder 6">
            <a:extLst>
              <a:ext uri="{FF2B5EF4-FFF2-40B4-BE49-F238E27FC236}">
                <a16:creationId xmlns:a16="http://schemas.microsoft.com/office/drawing/2014/main" id="{E1DAC4B7-C35F-7044-83C8-D938420F6B74}"/>
              </a:ext>
            </a:extLst>
          </p:cNvPr>
          <p:cNvSpPr>
            <a:spLocks noGrp="1"/>
          </p:cNvSpPr>
          <p:nvPr>
            <p:ph type="pic" sz="quarter" idx="11"/>
          </p:nvPr>
        </p:nvSpPr>
        <p:spPr>
          <a:xfrm>
            <a:off x="766763" y="765175"/>
            <a:ext cx="1268099" cy="1268099"/>
          </a:xfrm>
          <a:prstGeom prst="rect">
            <a:avLst/>
          </a:prstGeom>
        </p:spPr>
        <p:txBody>
          <a:bodyPr/>
          <a:lstStyle>
            <a:lvl1pPr>
              <a:buNone/>
              <a:defRPr sz="1400"/>
            </a:lvl1pPr>
          </a:lstStyle>
          <a:p>
            <a:r>
              <a:rPr lang="en-US"/>
              <a:t>Click icon to add picture</a:t>
            </a:r>
            <a:endParaRPr lang="en-CA"/>
          </a:p>
        </p:txBody>
      </p:sp>
      <p:sp>
        <p:nvSpPr>
          <p:cNvPr id="21" name="Text Placeholder 8">
            <a:extLst>
              <a:ext uri="{FF2B5EF4-FFF2-40B4-BE49-F238E27FC236}">
                <a16:creationId xmlns:a16="http://schemas.microsoft.com/office/drawing/2014/main" id="{620F7682-4839-8640-BC2E-22CACF04844F}"/>
              </a:ext>
            </a:extLst>
          </p:cNvPr>
          <p:cNvSpPr>
            <a:spLocks noGrp="1"/>
          </p:cNvSpPr>
          <p:nvPr>
            <p:ph type="body" sz="quarter" idx="12" hasCustomPrompt="1"/>
          </p:nvPr>
        </p:nvSpPr>
        <p:spPr>
          <a:xfrm>
            <a:off x="2316312" y="883341"/>
            <a:ext cx="6840388" cy="400727"/>
          </a:xfrm>
          <a:prstGeom prst="rect">
            <a:avLst/>
          </a:prstGeom>
        </p:spPr>
        <p:txBody>
          <a:bodyPr lIns="0" tIns="0" rIns="0" bIns="0"/>
          <a:lstStyle>
            <a:lvl1pPr>
              <a:buNone/>
              <a:defRPr sz="2800"/>
            </a:lvl1pPr>
          </a:lstStyle>
          <a:p>
            <a:pPr lvl="0"/>
            <a:r>
              <a:rPr lang="en-CA" dirty="0"/>
              <a:t>First and last name</a:t>
            </a:r>
          </a:p>
        </p:txBody>
      </p:sp>
      <p:sp>
        <p:nvSpPr>
          <p:cNvPr id="22" name="Text Placeholder 8">
            <a:extLst>
              <a:ext uri="{FF2B5EF4-FFF2-40B4-BE49-F238E27FC236}">
                <a16:creationId xmlns:a16="http://schemas.microsoft.com/office/drawing/2014/main" id="{EF63D75B-27D2-1A46-8CF6-000336CAFAEB}"/>
              </a:ext>
            </a:extLst>
          </p:cNvPr>
          <p:cNvSpPr>
            <a:spLocks noGrp="1"/>
          </p:cNvSpPr>
          <p:nvPr>
            <p:ph type="body" sz="quarter" idx="14" hasCustomPrompt="1"/>
          </p:nvPr>
        </p:nvSpPr>
        <p:spPr>
          <a:xfrm>
            <a:off x="2316312" y="1390015"/>
            <a:ext cx="6840388" cy="242304"/>
          </a:xfrm>
          <a:prstGeom prst="rect">
            <a:avLst/>
          </a:prstGeom>
        </p:spPr>
        <p:txBody>
          <a:bodyPr lIns="0" tIns="0" rIns="0" bIns="0"/>
          <a:lstStyle>
            <a:lvl1pPr>
              <a:buNone/>
              <a:defRPr sz="1400" b="1">
                <a:solidFill>
                  <a:schemeClr val="accent1"/>
                </a:solidFill>
              </a:defRPr>
            </a:lvl1pPr>
          </a:lstStyle>
          <a:p>
            <a:pPr lvl="0"/>
            <a:r>
              <a:rPr lang="en-CA" dirty="0"/>
              <a:t>Insert your title here</a:t>
            </a:r>
          </a:p>
        </p:txBody>
      </p:sp>
      <p:sp>
        <p:nvSpPr>
          <p:cNvPr id="23" name="Text Placeholder 8">
            <a:extLst>
              <a:ext uri="{FF2B5EF4-FFF2-40B4-BE49-F238E27FC236}">
                <a16:creationId xmlns:a16="http://schemas.microsoft.com/office/drawing/2014/main" id="{4D12600E-F927-204E-9785-6D21E75B2E9D}"/>
              </a:ext>
            </a:extLst>
          </p:cNvPr>
          <p:cNvSpPr>
            <a:spLocks noGrp="1"/>
          </p:cNvSpPr>
          <p:nvPr>
            <p:ph type="body" sz="quarter" idx="16" hasCustomPrompt="1"/>
          </p:nvPr>
        </p:nvSpPr>
        <p:spPr>
          <a:xfrm>
            <a:off x="2316312" y="1644886"/>
            <a:ext cx="6840388" cy="269303"/>
          </a:xfrm>
          <a:prstGeom prst="rect">
            <a:avLst/>
          </a:prstGeom>
        </p:spPr>
        <p:txBody>
          <a:bodyPr lIns="0" tIns="0" rIns="0" bIns="0"/>
          <a:lstStyle>
            <a:lvl1pPr marL="0">
              <a:buNone/>
              <a:defRPr sz="1400"/>
            </a:lvl1pPr>
          </a:lstStyle>
          <a:p>
            <a:pPr lvl="0"/>
            <a:r>
              <a:rPr lang="en-CA" dirty="0"/>
              <a:t>Insert years of experience and specify your field</a:t>
            </a:r>
          </a:p>
        </p:txBody>
      </p:sp>
      <p:cxnSp>
        <p:nvCxnSpPr>
          <p:cNvPr id="24" name="Straight Connector 23">
            <a:extLst>
              <a:ext uri="{FF2B5EF4-FFF2-40B4-BE49-F238E27FC236}">
                <a16:creationId xmlns:a16="http://schemas.microsoft.com/office/drawing/2014/main" id="{88D1CEE3-25F9-A644-B5D1-88B5CE31DFE8}"/>
              </a:ext>
            </a:extLst>
          </p:cNvPr>
          <p:cNvCxnSpPr>
            <a:cxnSpLocks/>
          </p:cNvCxnSpPr>
          <p:nvPr userDrawn="1"/>
        </p:nvCxnSpPr>
        <p:spPr bwMode="gray">
          <a:xfrm>
            <a:off x="2316163" y="2039050"/>
            <a:ext cx="1511449" cy="0"/>
          </a:xfrm>
          <a:prstGeom prst="line">
            <a:avLst/>
          </a:prstGeom>
          <a:noFill/>
          <a:ln w="12700">
            <a:solidFill>
              <a:schemeClr val="tx1"/>
            </a:solidFill>
            <a:round/>
            <a:headEnd/>
            <a:tailEnd/>
          </a:ln>
          <a:effectLst/>
        </p:spPr>
      </p:cxnSp>
      <p:sp>
        <p:nvSpPr>
          <p:cNvPr id="25" name="TextBox 24">
            <a:extLst>
              <a:ext uri="{FF2B5EF4-FFF2-40B4-BE49-F238E27FC236}">
                <a16:creationId xmlns:a16="http://schemas.microsoft.com/office/drawing/2014/main" id="{0BBE6FF5-40B6-334C-8F6E-E695402E0444}"/>
              </a:ext>
            </a:extLst>
          </p:cNvPr>
          <p:cNvSpPr txBox="1"/>
          <p:nvPr userDrawn="1"/>
        </p:nvSpPr>
        <p:spPr>
          <a:xfrm>
            <a:off x="2704563" y="746975"/>
            <a:ext cx="0" cy="0"/>
          </a:xfrm>
          <a:prstGeom prst="rect">
            <a:avLst/>
          </a:prstGeom>
        </p:spPr>
        <p:txBody>
          <a:bodyPr vert="horz" wrap="none" lIns="0" tIns="0" rIns="0" bIns="0" rtlCol="0" anchor="t" anchorCtr="0">
            <a:normAutofit fontScale="25000" lnSpcReduction="20000"/>
          </a:bodyPr>
          <a:lstStyle/>
          <a:p>
            <a:pPr algn="l"/>
            <a:endParaRPr lang="en-CA" dirty="0"/>
          </a:p>
        </p:txBody>
      </p:sp>
      <p:sp>
        <p:nvSpPr>
          <p:cNvPr id="27" name="Text Placeholder 3">
            <a:extLst>
              <a:ext uri="{FF2B5EF4-FFF2-40B4-BE49-F238E27FC236}">
                <a16:creationId xmlns:a16="http://schemas.microsoft.com/office/drawing/2014/main" id="{FBFE1A4F-1319-5F40-82D6-46309EFFB0F2}"/>
              </a:ext>
            </a:extLst>
          </p:cNvPr>
          <p:cNvSpPr>
            <a:spLocks noGrp="1"/>
          </p:cNvSpPr>
          <p:nvPr>
            <p:ph type="body" sz="quarter" idx="20" hasCustomPrompt="1"/>
          </p:nvPr>
        </p:nvSpPr>
        <p:spPr>
          <a:xfrm>
            <a:off x="2309813" y="2169441"/>
            <a:ext cx="9115474" cy="262674"/>
          </a:xfrm>
          <a:prstGeom prst="rect">
            <a:avLst/>
          </a:prstGeom>
        </p:spPr>
        <p:txBody>
          <a:bodyPr lIns="0" tIns="0" rIns="0" bIns="0"/>
          <a:lstStyle>
            <a:lvl1pPr marL="0" indent="0">
              <a:spcBef>
                <a:spcPts val="0"/>
              </a:spcBef>
              <a:buNone/>
              <a:defRPr sz="1200" b="1">
                <a:solidFill>
                  <a:schemeClr val="accent3"/>
                </a:solidFill>
              </a:defRPr>
            </a:lvl1pPr>
          </a:lstStyle>
          <a:p>
            <a:r>
              <a:rPr lang="en-CA" dirty="0"/>
              <a:t>Profile</a:t>
            </a:r>
          </a:p>
        </p:txBody>
      </p:sp>
      <p:sp>
        <p:nvSpPr>
          <p:cNvPr id="28" name="Text Placeholder 3">
            <a:extLst>
              <a:ext uri="{FF2B5EF4-FFF2-40B4-BE49-F238E27FC236}">
                <a16:creationId xmlns:a16="http://schemas.microsoft.com/office/drawing/2014/main" id="{2DF68F94-DB4D-3642-8310-76BAD8D95A68}"/>
              </a:ext>
            </a:extLst>
          </p:cNvPr>
          <p:cNvSpPr>
            <a:spLocks noGrp="1"/>
          </p:cNvSpPr>
          <p:nvPr>
            <p:ph type="body" sz="quarter" idx="22" hasCustomPrompt="1"/>
          </p:nvPr>
        </p:nvSpPr>
        <p:spPr>
          <a:xfrm>
            <a:off x="2309813" y="3545839"/>
            <a:ext cx="9115474" cy="262674"/>
          </a:xfrm>
          <a:prstGeom prst="rect">
            <a:avLst/>
          </a:prstGeom>
        </p:spPr>
        <p:txBody>
          <a:bodyPr lIns="0" tIns="0" rIns="0" bIns="0"/>
          <a:lstStyle>
            <a:lvl1pPr marL="0" indent="0">
              <a:spcBef>
                <a:spcPts val="0"/>
              </a:spcBef>
              <a:buFont typeface="Arial" panose="020B0604020202020204" pitchFamily="34" charset="0"/>
              <a:buNone/>
              <a:defRPr sz="1200" b="1">
                <a:solidFill>
                  <a:schemeClr val="accent3"/>
                </a:solidFill>
              </a:defRPr>
            </a:lvl1pPr>
          </a:lstStyle>
          <a:p>
            <a:pPr indent="0">
              <a:buFont typeface="Arial" panose="020B0604020202020204" pitchFamily="34" charset="0"/>
              <a:buNone/>
            </a:pPr>
            <a:r>
              <a:rPr lang="en-CA" sz="1200" b="1" dirty="0">
                <a:solidFill>
                  <a:schemeClr val="accent3"/>
                </a:solidFill>
              </a:rPr>
              <a:t>CGI experience</a:t>
            </a:r>
          </a:p>
        </p:txBody>
      </p:sp>
      <p:sp>
        <p:nvSpPr>
          <p:cNvPr id="29" name="Text Placeholder 8">
            <a:extLst>
              <a:ext uri="{FF2B5EF4-FFF2-40B4-BE49-F238E27FC236}">
                <a16:creationId xmlns:a16="http://schemas.microsoft.com/office/drawing/2014/main" id="{EE8A863E-8FBF-724E-80FA-10640EBD0C4C}"/>
              </a:ext>
            </a:extLst>
          </p:cNvPr>
          <p:cNvSpPr>
            <a:spLocks noGrp="1"/>
          </p:cNvSpPr>
          <p:nvPr>
            <p:ph type="body" sz="quarter" idx="19" hasCustomPrompt="1"/>
          </p:nvPr>
        </p:nvSpPr>
        <p:spPr>
          <a:xfrm>
            <a:off x="2316163" y="2364654"/>
            <a:ext cx="9109075" cy="903855"/>
          </a:xfrm>
          <a:prstGeom prst="rect">
            <a:avLst/>
          </a:prstGeom>
        </p:spPr>
        <p:txBody>
          <a:bodyPr lIns="0" tIns="0" rIns="0" bIns="0"/>
          <a:lstStyle>
            <a:lvl1pPr marL="0" indent="-102625">
              <a:lnSpc>
                <a:spcPct val="140000"/>
              </a:lnSpc>
              <a:spcBef>
                <a:spcPts val="0"/>
              </a:spcBef>
              <a:buFont typeface="Arial" panose="020B0604020202020204" pitchFamily="34" charset="0"/>
              <a:buNone/>
              <a:tabLst/>
              <a:defRPr sz="1000" b="0">
                <a:solidFill>
                  <a:schemeClr val="tx1"/>
                </a:solidFill>
              </a:defRPr>
            </a:lvl1pPr>
          </a:lstStyle>
          <a:p>
            <a:pPr lvl="0"/>
            <a:r>
              <a:rPr lang="en-CA" dirty="0"/>
              <a:t>Text</a:t>
            </a:r>
          </a:p>
        </p:txBody>
      </p:sp>
      <p:sp>
        <p:nvSpPr>
          <p:cNvPr id="30" name="Text Placeholder 8">
            <a:extLst>
              <a:ext uri="{FF2B5EF4-FFF2-40B4-BE49-F238E27FC236}">
                <a16:creationId xmlns:a16="http://schemas.microsoft.com/office/drawing/2014/main" id="{D72408D2-5287-F14F-85A3-5EEFBBA9471E}"/>
              </a:ext>
            </a:extLst>
          </p:cNvPr>
          <p:cNvSpPr>
            <a:spLocks noGrp="1"/>
          </p:cNvSpPr>
          <p:nvPr>
            <p:ph type="body" sz="quarter" idx="21" hasCustomPrompt="1"/>
          </p:nvPr>
        </p:nvSpPr>
        <p:spPr>
          <a:xfrm>
            <a:off x="2316163" y="3752482"/>
            <a:ext cx="9109075" cy="2168258"/>
          </a:xfrm>
          <a:prstGeom prst="rect">
            <a:avLst/>
          </a:prstGeom>
        </p:spPr>
        <p:txBody>
          <a:bodyPr lIns="0" tIns="0" rIns="0" bIns="0" numCol="2" spcCol="180000"/>
          <a:lstStyle>
            <a:lvl1pPr marL="0" indent="-104400">
              <a:lnSpc>
                <a:spcPct val="140000"/>
              </a:lnSpc>
              <a:spcBef>
                <a:spcPts val="0"/>
              </a:spcBef>
              <a:buFont typeface="Arial" panose="020B0604020202020204" pitchFamily="34" charset="0"/>
              <a:buChar char="•"/>
              <a:tabLst/>
              <a:defRPr sz="1000" b="0">
                <a:solidFill>
                  <a:schemeClr val="tx1"/>
                </a:solidFill>
              </a:defRPr>
            </a:lvl1pPr>
          </a:lstStyle>
          <a:p>
            <a:pPr lvl="0"/>
            <a:r>
              <a:rPr lang="en-CA" dirty="0"/>
              <a:t>Text</a:t>
            </a:r>
          </a:p>
        </p:txBody>
      </p:sp>
      <p:sp>
        <p:nvSpPr>
          <p:cNvPr id="31" name="TextBox 30">
            <a:extLst>
              <a:ext uri="{FF2B5EF4-FFF2-40B4-BE49-F238E27FC236}">
                <a16:creationId xmlns:a16="http://schemas.microsoft.com/office/drawing/2014/main" id="{DE4FEFE0-9196-B245-B2EE-BE76B7D8F618}"/>
              </a:ext>
            </a:extLst>
          </p:cNvPr>
          <p:cNvSpPr txBox="1"/>
          <p:nvPr userDrawn="1"/>
        </p:nvSpPr>
        <p:spPr>
          <a:xfrm>
            <a:off x="3313355" y="4367605"/>
            <a:ext cx="0" cy="0"/>
          </a:xfrm>
          <a:prstGeom prst="rect">
            <a:avLst/>
          </a:prstGeom>
        </p:spPr>
        <p:txBody>
          <a:bodyPr vert="horz" wrap="none" lIns="0" tIns="0" rIns="0" bIns="0" rtlCol="0" anchor="t" anchorCtr="0">
            <a:normAutofit fontScale="25000" lnSpcReduction="20000"/>
          </a:bodyPr>
          <a:lstStyle/>
          <a:p>
            <a:pPr algn="l"/>
            <a:endParaRPr lang="en-CA" dirty="0"/>
          </a:p>
        </p:txBody>
      </p:sp>
      <p:sp>
        <p:nvSpPr>
          <p:cNvPr id="33" name="Text Placeholder 8">
            <a:extLst>
              <a:ext uri="{FF2B5EF4-FFF2-40B4-BE49-F238E27FC236}">
                <a16:creationId xmlns:a16="http://schemas.microsoft.com/office/drawing/2014/main" id="{0E6E6EE5-3E45-724C-B03C-6AF0B9F54EB7}"/>
              </a:ext>
            </a:extLst>
          </p:cNvPr>
          <p:cNvSpPr>
            <a:spLocks noGrp="1"/>
          </p:cNvSpPr>
          <p:nvPr>
            <p:ph type="body" sz="quarter" idx="17" hasCustomPrompt="1"/>
          </p:nvPr>
        </p:nvSpPr>
        <p:spPr>
          <a:xfrm>
            <a:off x="767409" y="2404153"/>
            <a:ext cx="1247372" cy="3534733"/>
          </a:xfrm>
          <a:prstGeom prst="rect">
            <a:avLst/>
          </a:prstGeom>
        </p:spPr>
        <p:txBody>
          <a:bodyPr lIns="0" tIns="0" rIns="0" bIns="0"/>
          <a:lstStyle>
            <a:lvl1pPr marL="0">
              <a:lnSpc>
                <a:spcPct val="100000"/>
              </a:lnSpc>
              <a:spcBef>
                <a:spcPts val="0"/>
              </a:spcBef>
              <a:spcAft>
                <a:spcPts val="600"/>
              </a:spcAft>
              <a:buNone/>
              <a:defRPr sz="1000" b="0">
                <a:solidFill>
                  <a:schemeClr val="tx1"/>
                </a:solidFill>
              </a:defRPr>
            </a:lvl1pPr>
          </a:lstStyle>
          <a:p>
            <a:pPr lvl="0"/>
            <a:r>
              <a:rPr lang="en-CA" dirty="0"/>
              <a:t>Text</a:t>
            </a:r>
          </a:p>
        </p:txBody>
      </p:sp>
      <p:pic>
        <p:nvPicPr>
          <p:cNvPr id="18" name="Picture 17">
            <a:extLst>
              <a:ext uri="{FF2B5EF4-FFF2-40B4-BE49-F238E27FC236}">
                <a16:creationId xmlns:a16="http://schemas.microsoft.com/office/drawing/2014/main" id="{8B094C90-E1A2-9948-AB43-B471059D60B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668000" y="6110739"/>
            <a:ext cx="773004" cy="359908"/>
          </a:xfrm>
          <a:prstGeom prst="rect">
            <a:avLst/>
          </a:prstGeom>
        </p:spPr>
      </p:pic>
      <p:sp>
        <p:nvSpPr>
          <p:cNvPr id="17" name="Text Placeholder 3">
            <a:extLst>
              <a:ext uri="{FF2B5EF4-FFF2-40B4-BE49-F238E27FC236}">
                <a16:creationId xmlns:a16="http://schemas.microsoft.com/office/drawing/2014/main" id="{E4AA569B-C28D-AD47-9953-D0588135086D}"/>
              </a:ext>
            </a:extLst>
          </p:cNvPr>
          <p:cNvSpPr>
            <a:spLocks noGrp="1"/>
          </p:cNvSpPr>
          <p:nvPr>
            <p:ph type="body" sz="quarter" idx="24" hasCustomPrompt="1"/>
          </p:nvPr>
        </p:nvSpPr>
        <p:spPr>
          <a:xfrm>
            <a:off x="766618" y="2173686"/>
            <a:ext cx="1256146" cy="176230"/>
          </a:xfrm>
          <a:prstGeom prst="rect">
            <a:avLst/>
          </a:prstGeom>
        </p:spPr>
        <p:txBody>
          <a:bodyPr lIns="0" tIns="0" rIns="0" bIns="0"/>
          <a:lstStyle>
            <a:lvl1pPr marL="0" marR="0" indent="0" algn="l" defTabSz="914400" rtl="0" eaLnBrk="1" fontAlgn="auto" latinLnBrk="0" hangingPunct="1">
              <a:lnSpc>
                <a:spcPct val="100000"/>
              </a:lnSpc>
              <a:spcBef>
                <a:spcPts val="0"/>
              </a:spcBef>
              <a:spcAft>
                <a:spcPts val="0"/>
              </a:spcAft>
              <a:buClrTx/>
              <a:buSzTx/>
              <a:buFont typeface="Arial" pitchFamily="34" charset="0"/>
              <a:buNone/>
              <a:tabLst/>
              <a:defRPr sz="1200" b="1">
                <a:solidFill>
                  <a:schemeClr val="accent3"/>
                </a:solidFill>
              </a:defRPr>
            </a:lvl1p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fr-CA" sz="1200" b="1" dirty="0" err="1">
                <a:solidFill>
                  <a:srgbClr val="5135AA"/>
                </a:solidFill>
                <a:effectLst/>
                <a:latin typeface="Arial" panose="020B0604020202020204" pitchFamily="34" charset="0"/>
              </a:rPr>
              <a:t>Education</a:t>
            </a:r>
            <a:endParaRPr lang="fr-CA" dirty="0"/>
          </a:p>
        </p:txBody>
      </p:sp>
    </p:spTree>
    <p:extLst>
      <p:ext uri="{BB962C8B-B14F-4D97-AF65-F5344CB8AC3E}">
        <p14:creationId xmlns:p14="http://schemas.microsoft.com/office/powerpoint/2010/main" val="5335830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CV / Resume 2">
    <p:spTree>
      <p:nvGrpSpPr>
        <p:cNvPr id="1" name=""/>
        <p:cNvGrpSpPr/>
        <p:nvPr/>
      </p:nvGrpSpPr>
      <p:grpSpPr>
        <a:xfrm>
          <a:off x="0" y="0"/>
          <a:ext cx="0" cy="0"/>
          <a:chOff x="0" y="0"/>
          <a:chExt cx="0" cy="0"/>
        </a:xfrm>
      </p:grpSpPr>
      <p:sp>
        <p:nvSpPr>
          <p:cNvPr id="4" name="Slide Number Placeholder 2">
            <a:extLst>
              <a:ext uri="{FF2B5EF4-FFF2-40B4-BE49-F238E27FC236}">
                <a16:creationId xmlns:a16="http://schemas.microsoft.com/office/drawing/2014/main" id="{3416D0CC-045F-594D-BDF5-1FCC074C465E}"/>
              </a:ext>
            </a:extLst>
          </p:cNvPr>
          <p:cNvSpPr>
            <a:spLocks noGrp="1"/>
          </p:cNvSpPr>
          <p:nvPr>
            <p:ph type="sldNum" sz="quarter" idx="10"/>
          </p:nvPr>
        </p:nvSpPr>
        <p:spPr>
          <a:xfrm>
            <a:off x="11163034" y="6264308"/>
            <a:ext cx="261660" cy="169200"/>
          </a:xfrm>
        </p:spPr>
        <p:txBody>
          <a:bodyPr/>
          <a:lstStyle/>
          <a:p>
            <a:fld id="{525A3C56-E491-49B2-93F3-63532DF516BC}" type="slidenum">
              <a:rPr lang="en-CA" smtClean="0"/>
              <a:pPr/>
              <a:t>‹#›</a:t>
            </a:fld>
            <a:endParaRPr lang="en-CA" dirty="0"/>
          </a:p>
        </p:txBody>
      </p:sp>
      <p:sp>
        <p:nvSpPr>
          <p:cNvPr id="5" name="Text Placeholder 8">
            <a:extLst>
              <a:ext uri="{FF2B5EF4-FFF2-40B4-BE49-F238E27FC236}">
                <a16:creationId xmlns:a16="http://schemas.microsoft.com/office/drawing/2014/main" id="{F46B3183-779A-BF46-9670-39F1C2BBFC2C}"/>
              </a:ext>
            </a:extLst>
          </p:cNvPr>
          <p:cNvSpPr>
            <a:spLocks noGrp="1"/>
          </p:cNvSpPr>
          <p:nvPr>
            <p:ph type="body" sz="quarter" idx="17" hasCustomPrompt="1"/>
          </p:nvPr>
        </p:nvSpPr>
        <p:spPr>
          <a:xfrm>
            <a:off x="741218" y="1032164"/>
            <a:ext cx="1273563" cy="5060661"/>
          </a:xfrm>
          <a:prstGeom prst="rect">
            <a:avLst/>
          </a:prstGeom>
        </p:spPr>
        <p:txBody>
          <a:bodyPr lIns="0" tIns="0" rIns="0" bIns="0"/>
          <a:lstStyle>
            <a:lvl1pPr marL="0" indent="0">
              <a:lnSpc>
                <a:spcPct val="100000"/>
              </a:lnSpc>
              <a:spcBef>
                <a:spcPts val="0"/>
              </a:spcBef>
              <a:spcAft>
                <a:spcPts val="600"/>
              </a:spcAft>
              <a:buNone/>
              <a:defRPr sz="1000" b="0">
                <a:solidFill>
                  <a:schemeClr val="tx1"/>
                </a:solidFill>
              </a:defRPr>
            </a:lvl1pPr>
          </a:lstStyle>
          <a:p>
            <a:pPr lvl="0"/>
            <a:r>
              <a:rPr lang="en-CA" dirty="0"/>
              <a:t>Text</a:t>
            </a:r>
          </a:p>
        </p:txBody>
      </p:sp>
      <p:sp>
        <p:nvSpPr>
          <p:cNvPr id="6" name="Text Placeholder 3">
            <a:extLst>
              <a:ext uri="{FF2B5EF4-FFF2-40B4-BE49-F238E27FC236}">
                <a16:creationId xmlns:a16="http://schemas.microsoft.com/office/drawing/2014/main" id="{3BE3F43F-50C4-B445-8B73-F30ED8B309BA}"/>
              </a:ext>
            </a:extLst>
          </p:cNvPr>
          <p:cNvSpPr>
            <a:spLocks noGrp="1"/>
          </p:cNvSpPr>
          <p:nvPr>
            <p:ph type="body" sz="quarter" idx="22" hasCustomPrompt="1"/>
          </p:nvPr>
        </p:nvSpPr>
        <p:spPr>
          <a:xfrm>
            <a:off x="2309813" y="811322"/>
            <a:ext cx="9115474" cy="204678"/>
          </a:xfrm>
          <a:prstGeom prst="rect">
            <a:avLst/>
          </a:prstGeom>
        </p:spPr>
        <p:txBody>
          <a:bodyPr lIns="0" tIns="0" rIns="0" bIns="0"/>
          <a:lstStyle>
            <a:lvl1pPr marL="0" indent="0">
              <a:spcBef>
                <a:spcPts val="0"/>
              </a:spcBef>
              <a:buFont typeface="Arial" panose="020B0604020202020204" pitchFamily="34" charset="0"/>
              <a:buNone/>
              <a:defRPr sz="1200" b="1">
                <a:solidFill>
                  <a:schemeClr val="accent3"/>
                </a:solidFill>
              </a:defRPr>
            </a:lvl1pPr>
          </a:lstStyle>
          <a:p>
            <a:pPr marL="0" indent="0">
              <a:buNone/>
            </a:pPr>
            <a:r>
              <a:rPr lang="en-CA" sz="1200" b="1" dirty="0">
                <a:solidFill>
                  <a:schemeClr val="accent3"/>
                </a:solidFill>
              </a:rPr>
              <a:t>Other experiences</a:t>
            </a:r>
          </a:p>
        </p:txBody>
      </p:sp>
      <p:sp>
        <p:nvSpPr>
          <p:cNvPr id="7" name="Text Placeholder 8">
            <a:extLst>
              <a:ext uri="{FF2B5EF4-FFF2-40B4-BE49-F238E27FC236}">
                <a16:creationId xmlns:a16="http://schemas.microsoft.com/office/drawing/2014/main" id="{443A9262-8BA3-8E41-B4B0-F6F4BDF9F58B}"/>
              </a:ext>
            </a:extLst>
          </p:cNvPr>
          <p:cNvSpPr>
            <a:spLocks noGrp="1"/>
          </p:cNvSpPr>
          <p:nvPr>
            <p:ph type="body" sz="quarter" idx="19" hasCustomPrompt="1"/>
          </p:nvPr>
        </p:nvSpPr>
        <p:spPr>
          <a:xfrm>
            <a:off x="2316162" y="1023815"/>
            <a:ext cx="9109075" cy="5069009"/>
          </a:xfrm>
          <a:prstGeom prst="rect">
            <a:avLst/>
          </a:prstGeom>
        </p:spPr>
        <p:txBody>
          <a:bodyPr lIns="0" tIns="0" rIns="0" bIns="0"/>
          <a:lstStyle>
            <a:lvl1pPr marL="0" indent="-104400">
              <a:lnSpc>
                <a:spcPct val="140000"/>
              </a:lnSpc>
              <a:spcBef>
                <a:spcPts val="0"/>
              </a:spcBef>
              <a:buFont typeface="Arial" panose="020B0604020202020204" pitchFamily="34" charset="0"/>
              <a:buChar char="•"/>
              <a:tabLst/>
              <a:defRPr sz="1000" b="0">
                <a:solidFill>
                  <a:schemeClr val="tx1"/>
                </a:solidFill>
              </a:defRPr>
            </a:lvl1pPr>
          </a:lstStyle>
          <a:p>
            <a:pPr lvl="0"/>
            <a:r>
              <a:rPr lang="en-CA" dirty="0"/>
              <a:t>Text</a:t>
            </a:r>
          </a:p>
        </p:txBody>
      </p:sp>
      <p:sp>
        <p:nvSpPr>
          <p:cNvPr id="9" name="Text Placeholder 3">
            <a:extLst>
              <a:ext uri="{FF2B5EF4-FFF2-40B4-BE49-F238E27FC236}">
                <a16:creationId xmlns:a16="http://schemas.microsoft.com/office/drawing/2014/main" id="{59C86A1D-A4E8-CD4E-A3FF-1266A7F082DD}"/>
              </a:ext>
            </a:extLst>
          </p:cNvPr>
          <p:cNvSpPr>
            <a:spLocks noGrp="1"/>
          </p:cNvSpPr>
          <p:nvPr>
            <p:ph type="body" sz="quarter" idx="24" hasCustomPrompt="1"/>
          </p:nvPr>
        </p:nvSpPr>
        <p:spPr>
          <a:xfrm>
            <a:off x="743712" y="811322"/>
            <a:ext cx="1279052" cy="176230"/>
          </a:xfrm>
          <a:prstGeom prst="rect">
            <a:avLst/>
          </a:prstGeom>
        </p:spPr>
        <p:txBody>
          <a:bodyPr lIns="0" tIns="0" rIns="0" bIns="0"/>
          <a:lstStyle>
            <a:lvl1pPr marL="0" indent="0">
              <a:spcBef>
                <a:spcPts val="0"/>
              </a:spcBef>
              <a:buFont typeface="Arial" panose="020B0604020202020204" pitchFamily="34" charset="0"/>
              <a:buNone/>
              <a:defRPr sz="1200" b="1">
                <a:solidFill>
                  <a:schemeClr val="accent3"/>
                </a:solidFill>
              </a:defRPr>
            </a:lvl1pPr>
          </a:lstStyle>
          <a:p>
            <a:r>
              <a:rPr lang="fr-CA" sz="1200" b="1" dirty="0">
                <a:solidFill>
                  <a:srgbClr val="5135AA"/>
                </a:solidFill>
                <a:effectLst/>
                <a:latin typeface="Arial" panose="020B0604020202020204" pitchFamily="34" charset="0"/>
              </a:rPr>
              <a:t>Focus areas</a:t>
            </a:r>
            <a:endParaRPr lang="fr-CA" dirty="0"/>
          </a:p>
        </p:txBody>
      </p:sp>
    </p:spTree>
    <p:extLst>
      <p:ext uri="{BB962C8B-B14F-4D97-AF65-F5344CB8AC3E}">
        <p14:creationId xmlns:p14="http://schemas.microsoft.com/office/powerpoint/2010/main" val="254093586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Resume 2">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6A6AE6A5-1A13-4742-A77D-F63BCB614A4A}"/>
              </a:ext>
            </a:extLst>
          </p:cNvPr>
          <p:cNvSpPr/>
          <p:nvPr userDrawn="1"/>
        </p:nvSpPr>
        <p:spPr bwMode="gray">
          <a:xfrm flipH="1">
            <a:off x="0" y="3427200"/>
            <a:ext cx="6132512" cy="3430800"/>
          </a:xfrm>
          <a:prstGeom prst="rect">
            <a:avLst/>
          </a:prstGeom>
          <a:gradFill flip="none" rotWithShape="1">
            <a:gsLst>
              <a:gs pos="60000">
                <a:srgbClr val="A82465"/>
              </a:gs>
              <a:gs pos="0">
                <a:srgbClr val="E31937"/>
              </a:gs>
              <a:gs pos="100000">
                <a:srgbClr val="5236AB"/>
              </a:gs>
            </a:gsLst>
            <a:lin ang="0" scaled="0"/>
            <a:tileRect/>
          </a:gradFill>
          <a:ln w="9525" algn="ctr">
            <a:noFill/>
            <a:miter lim="800000"/>
            <a:headEnd/>
            <a:tailEnd/>
          </a:ln>
          <a:effectLst/>
        </p:spPr>
        <p:txBody>
          <a:bodyPr lIns="63500" tIns="0" rIns="64800" bIns="0" rtlCol="0" anchor="ctr">
            <a:noAutofit/>
          </a:bodyPr>
          <a:lstStyle/>
          <a:p>
            <a:pPr lvl="0" algn="ctr">
              <a:spcBef>
                <a:spcPct val="0"/>
              </a:spcBef>
              <a:buClrTx/>
              <a:buSzPct val="90000"/>
            </a:pPr>
            <a:endParaRPr lang="en-CA" sz="1600" b="1" dirty="0">
              <a:solidFill>
                <a:schemeClr val="bg1"/>
              </a:solidFill>
              <a:cs typeface="Arial" pitchFamily="34" charset="0"/>
            </a:endParaRPr>
          </a:p>
        </p:txBody>
      </p:sp>
      <p:sp>
        <p:nvSpPr>
          <p:cNvPr id="36" name="Rectangle 35">
            <a:extLst>
              <a:ext uri="{FF2B5EF4-FFF2-40B4-BE49-F238E27FC236}">
                <a16:creationId xmlns:a16="http://schemas.microsoft.com/office/drawing/2014/main" id="{33C30622-583D-8342-8DD4-7245D75E6DAB}"/>
              </a:ext>
            </a:extLst>
          </p:cNvPr>
          <p:cNvSpPr/>
          <p:nvPr userDrawn="1"/>
        </p:nvSpPr>
        <p:spPr bwMode="gray">
          <a:xfrm flipH="1">
            <a:off x="-1" y="0"/>
            <a:ext cx="6132513" cy="3430800"/>
          </a:xfrm>
          <a:prstGeom prst="rect">
            <a:avLst/>
          </a:prstGeom>
          <a:gradFill>
            <a:gsLst>
              <a:gs pos="100000">
                <a:srgbClr val="991F3D"/>
              </a:gs>
              <a:gs pos="66000">
                <a:srgbClr val="E31937"/>
              </a:gs>
              <a:gs pos="33000">
                <a:srgbClr val="FF6A00"/>
              </a:gs>
              <a:gs pos="0">
                <a:srgbClr val="FFCDD2"/>
              </a:gs>
            </a:gsLst>
            <a:lin ang="0" scaled="0"/>
          </a:gradFill>
          <a:ln w="9525" algn="ctr">
            <a:noFill/>
            <a:miter lim="800000"/>
            <a:headEnd/>
            <a:tailEnd/>
          </a:ln>
          <a:effectLst/>
        </p:spPr>
        <p:txBody>
          <a:bodyPr lIns="63500" tIns="0" rIns="64800" bIns="0" rtlCol="0" anchor="ctr">
            <a:noAutofit/>
          </a:bodyPr>
          <a:lstStyle/>
          <a:p>
            <a:pPr lvl="0" algn="ctr">
              <a:spcBef>
                <a:spcPct val="0"/>
              </a:spcBef>
              <a:buClrTx/>
              <a:buSzPct val="90000"/>
            </a:pPr>
            <a:endParaRPr lang="en-CA" sz="1600" b="1" dirty="0">
              <a:solidFill>
                <a:schemeClr val="bg1"/>
              </a:solidFill>
              <a:cs typeface="Arial" pitchFamily="34" charset="0"/>
            </a:endParaRPr>
          </a:p>
        </p:txBody>
      </p:sp>
      <p:sp>
        <p:nvSpPr>
          <p:cNvPr id="4" name="Espace réservé pour une image  5">
            <a:extLst>
              <a:ext uri="{FF2B5EF4-FFF2-40B4-BE49-F238E27FC236}">
                <a16:creationId xmlns:a16="http://schemas.microsoft.com/office/drawing/2014/main" id="{7AAD05C6-28F2-5949-86F2-1B5BC7639AC4}"/>
              </a:ext>
            </a:extLst>
          </p:cNvPr>
          <p:cNvSpPr>
            <a:spLocks noGrp="1"/>
          </p:cNvSpPr>
          <p:nvPr>
            <p:ph type="pic" sz="quarter" idx="12" hasCustomPrompt="1"/>
          </p:nvPr>
        </p:nvSpPr>
        <p:spPr bwMode="white">
          <a:xfrm>
            <a:off x="782385" y="1593129"/>
            <a:ext cx="1741619" cy="1696825"/>
          </a:xfrm>
          <a:prstGeom prst="rect">
            <a:avLst/>
          </a:prstGeom>
        </p:spPr>
        <p:txBody>
          <a:bodyPr>
            <a:noAutofit/>
          </a:bodyPr>
          <a:lstStyle>
            <a:lvl1pPr marL="0" indent="0">
              <a:buNone/>
              <a:defRPr sz="1400">
                <a:solidFill>
                  <a:schemeClr val="bg1"/>
                </a:solidFill>
              </a:defRPr>
            </a:lvl1pPr>
          </a:lstStyle>
          <a:p>
            <a:r>
              <a:rPr lang="fr-CA"/>
              <a:t>Cliquez sur l'icône pour ajouter une image</a:t>
            </a:r>
            <a:endParaRPr lang="fr-FR" dirty="0"/>
          </a:p>
        </p:txBody>
      </p:sp>
      <p:sp>
        <p:nvSpPr>
          <p:cNvPr id="6" name="Espace réservé du texte 5">
            <a:extLst>
              <a:ext uri="{FF2B5EF4-FFF2-40B4-BE49-F238E27FC236}">
                <a16:creationId xmlns:a16="http://schemas.microsoft.com/office/drawing/2014/main" id="{FC61204A-C4F4-F447-8AE2-F98A13E570F6}"/>
              </a:ext>
            </a:extLst>
          </p:cNvPr>
          <p:cNvSpPr>
            <a:spLocks noGrp="1"/>
          </p:cNvSpPr>
          <p:nvPr>
            <p:ph type="body" sz="quarter" idx="13" hasCustomPrompt="1"/>
          </p:nvPr>
        </p:nvSpPr>
        <p:spPr bwMode="white">
          <a:xfrm>
            <a:off x="2809187" y="1498601"/>
            <a:ext cx="2566087" cy="1763074"/>
          </a:xfrm>
          <a:prstGeom prst="rect">
            <a:avLst/>
          </a:prstGeom>
        </p:spPr>
        <p:txBody>
          <a:bodyPr lIns="0" tIns="0" rIns="0" bIns="0" anchor="t" anchorCtr="0">
            <a:noAutofit/>
          </a:bodyPr>
          <a:lstStyle>
            <a:lvl1pPr marL="0" indent="0">
              <a:lnSpc>
                <a:spcPct val="100000"/>
              </a:lnSpc>
              <a:spcBef>
                <a:spcPts val="0"/>
              </a:spcBef>
              <a:buNone/>
              <a:defRPr sz="2800" b="0">
                <a:solidFill>
                  <a:schemeClr val="bg2"/>
                </a:solidFill>
              </a:defRPr>
            </a:lvl1pPr>
            <a:lvl4pPr marL="1371600" indent="0">
              <a:buNone/>
              <a:defRPr/>
            </a:lvl4pPr>
          </a:lstStyle>
          <a:p>
            <a:pPr lvl="0"/>
            <a:r>
              <a:rPr lang="en-CA" dirty="0"/>
              <a:t>Name </a:t>
            </a:r>
            <a:r>
              <a:rPr lang="en-CA" dirty="0" err="1"/>
              <a:t>Lastname</a:t>
            </a:r>
            <a:endParaRPr lang="en-CA" dirty="0"/>
          </a:p>
        </p:txBody>
      </p:sp>
      <p:sp>
        <p:nvSpPr>
          <p:cNvPr id="9" name="Espace réservé du texte 5">
            <a:extLst>
              <a:ext uri="{FF2B5EF4-FFF2-40B4-BE49-F238E27FC236}">
                <a16:creationId xmlns:a16="http://schemas.microsoft.com/office/drawing/2014/main" id="{6D748139-EEC9-3443-A40E-44E57A58A3C7}"/>
              </a:ext>
            </a:extLst>
          </p:cNvPr>
          <p:cNvSpPr>
            <a:spLocks noGrp="1"/>
          </p:cNvSpPr>
          <p:nvPr>
            <p:ph type="body" sz="quarter" idx="14" hasCustomPrompt="1"/>
          </p:nvPr>
        </p:nvSpPr>
        <p:spPr bwMode="white">
          <a:xfrm>
            <a:off x="766763" y="3623647"/>
            <a:ext cx="4608512" cy="1419694"/>
          </a:xfrm>
          <a:prstGeom prst="rect">
            <a:avLst/>
          </a:prstGeom>
        </p:spPr>
        <p:txBody>
          <a:bodyPr lIns="0" tIns="0" rIns="0" bIns="0">
            <a:noAutofit/>
          </a:bodyPr>
          <a:lstStyle>
            <a:lvl1pPr marL="0" indent="0">
              <a:buNone/>
              <a:defRPr sz="1400" b="0">
                <a:solidFill>
                  <a:schemeClr val="bg2"/>
                </a:solidFill>
              </a:defRPr>
            </a:lvl1pPr>
            <a:lvl4pPr marL="1371600" indent="0">
              <a:buNone/>
              <a:defRPr/>
            </a:lvl4pPr>
          </a:lstStyle>
          <a:p>
            <a:pPr lvl="0"/>
            <a:r>
              <a:rPr lang="en-CA" dirty="0"/>
              <a:t>Role description</a:t>
            </a:r>
          </a:p>
        </p:txBody>
      </p:sp>
      <p:sp>
        <p:nvSpPr>
          <p:cNvPr id="34" name="Espace réservé du numéro de diapositive 2">
            <a:extLst>
              <a:ext uri="{FF2B5EF4-FFF2-40B4-BE49-F238E27FC236}">
                <a16:creationId xmlns:a16="http://schemas.microsoft.com/office/drawing/2014/main" id="{23036407-D96C-C547-8CD5-FCAA41B9A8C9}"/>
              </a:ext>
            </a:extLst>
          </p:cNvPr>
          <p:cNvSpPr>
            <a:spLocks noGrp="1"/>
          </p:cNvSpPr>
          <p:nvPr>
            <p:ph type="sldNum" sz="quarter" idx="4"/>
          </p:nvPr>
        </p:nvSpPr>
        <p:spPr>
          <a:xfrm>
            <a:off x="11163034" y="6264308"/>
            <a:ext cx="261660" cy="169200"/>
          </a:xfrm>
        </p:spPr>
        <p:txBody>
          <a:bodyPr>
            <a:noAutofit/>
          </a:bodyPr>
          <a:lstStyle/>
          <a:p>
            <a:fld id="{525A3C56-E491-49B2-93F3-63532DF516BC}" type="slidenum">
              <a:rPr lang="en-CA" smtClean="0"/>
              <a:pPr/>
              <a:t>‹#›</a:t>
            </a:fld>
            <a:endParaRPr lang="en-CA" dirty="0"/>
          </a:p>
        </p:txBody>
      </p:sp>
      <p:sp>
        <p:nvSpPr>
          <p:cNvPr id="37" name="Espace réservé du texte 5">
            <a:extLst>
              <a:ext uri="{FF2B5EF4-FFF2-40B4-BE49-F238E27FC236}">
                <a16:creationId xmlns:a16="http://schemas.microsoft.com/office/drawing/2014/main" id="{DFD44E52-293B-B848-886B-9D1D82FE4A79}"/>
              </a:ext>
            </a:extLst>
          </p:cNvPr>
          <p:cNvSpPr>
            <a:spLocks noGrp="1"/>
          </p:cNvSpPr>
          <p:nvPr>
            <p:ph type="body" sz="quarter" idx="15" hasCustomPrompt="1"/>
          </p:nvPr>
        </p:nvSpPr>
        <p:spPr>
          <a:xfrm>
            <a:off x="6888163" y="1564640"/>
            <a:ext cx="4537075" cy="2107068"/>
          </a:xfrm>
          <a:prstGeom prst="rect">
            <a:avLst/>
          </a:prstGeom>
        </p:spPr>
        <p:txBody>
          <a:bodyPr lIns="0" tIns="0" rIns="0" bIns="0">
            <a:noAutofit/>
          </a:bodyPr>
          <a:lstStyle>
            <a:lvl1pPr marL="0" indent="0">
              <a:buNone/>
              <a:defRPr sz="1400" b="0">
                <a:solidFill>
                  <a:schemeClr val="tx1"/>
                </a:solidFill>
              </a:defRPr>
            </a:lvl1pPr>
            <a:lvl4pPr marL="1371600" indent="0">
              <a:buNone/>
              <a:defRPr/>
            </a:lvl4pPr>
          </a:lstStyle>
          <a:p>
            <a:pPr lvl="0"/>
            <a:r>
              <a:rPr lang="en-CA" dirty="0"/>
              <a:t>Experience</a:t>
            </a:r>
          </a:p>
        </p:txBody>
      </p:sp>
      <p:sp>
        <p:nvSpPr>
          <p:cNvPr id="38" name="Espace réservé du texte 5">
            <a:extLst>
              <a:ext uri="{FF2B5EF4-FFF2-40B4-BE49-F238E27FC236}">
                <a16:creationId xmlns:a16="http://schemas.microsoft.com/office/drawing/2014/main" id="{3E39989B-2DDE-5247-B73C-383C56837D20}"/>
              </a:ext>
            </a:extLst>
          </p:cNvPr>
          <p:cNvSpPr>
            <a:spLocks noGrp="1"/>
          </p:cNvSpPr>
          <p:nvPr>
            <p:ph type="body" sz="quarter" idx="16" hasCustomPrompt="1"/>
          </p:nvPr>
        </p:nvSpPr>
        <p:spPr>
          <a:xfrm>
            <a:off x="6888163" y="3954963"/>
            <a:ext cx="4537075" cy="2137862"/>
          </a:xfrm>
          <a:prstGeom prst="rect">
            <a:avLst/>
          </a:prstGeom>
        </p:spPr>
        <p:txBody>
          <a:bodyPr lIns="0" tIns="0" rIns="0" bIns="0">
            <a:noAutofit/>
          </a:bodyPr>
          <a:lstStyle>
            <a:lvl1pPr marL="0" indent="0">
              <a:buNone/>
              <a:defRPr sz="1400" b="0">
                <a:solidFill>
                  <a:schemeClr val="tx1"/>
                </a:solidFill>
              </a:defRPr>
            </a:lvl1pPr>
            <a:lvl4pPr marL="1371600" indent="0">
              <a:buNone/>
              <a:defRPr/>
            </a:lvl4pPr>
          </a:lstStyle>
          <a:p>
            <a:pPr lvl="0"/>
            <a:r>
              <a:rPr lang="en-CA" dirty="0"/>
              <a:t>Training</a:t>
            </a:r>
          </a:p>
        </p:txBody>
      </p:sp>
      <p:sp>
        <p:nvSpPr>
          <p:cNvPr id="39" name="Espace réservé du texte 5">
            <a:extLst>
              <a:ext uri="{FF2B5EF4-FFF2-40B4-BE49-F238E27FC236}">
                <a16:creationId xmlns:a16="http://schemas.microsoft.com/office/drawing/2014/main" id="{6C6C325E-052C-AE44-89AF-B30D4CFF7A90}"/>
              </a:ext>
            </a:extLst>
          </p:cNvPr>
          <p:cNvSpPr>
            <a:spLocks noGrp="1"/>
          </p:cNvSpPr>
          <p:nvPr>
            <p:ph type="body" sz="quarter" idx="17" hasCustomPrompt="1"/>
          </p:nvPr>
        </p:nvSpPr>
        <p:spPr bwMode="white">
          <a:xfrm>
            <a:off x="766763" y="5247854"/>
            <a:ext cx="4608512" cy="844971"/>
          </a:xfrm>
          <a:prstGeom prst="rect">
            <a:avLst/>
          </a:prstGeom>
        </p:spPr>
        <p:txBody>
          <a:bodyPr lIns="0" tIns="0" rIns="0" bIns="0">
            <a:noAutofit/>
          </a:bodyPr>
          <a:lstStyle>
            <a:lvl1pPr marL="0" indent="0">
              <a:buNone/>
              <a:defRPr sz="1400" b="0">
                <a:solidFill>
                  <a:schemeClr val="bg2"/>
                </a:solidFill>
              </a:defRPr>
            </a:lvl1pPr>
            <a:lvl4pPr marL="1371600" indent="0">
              <a:buNone/>
              <a:defRPr/>
            </a:lvl4pPr>
          </a:lstStyle>
          <a:p>
            <a:pPr lvl="0"/>
            <a:r>
              <a:rPr lang="en-CA" dirty="0"/>
              <a:t>Skills</a:t>
            </a:r>
          </a:p>
        </p:txBody>
      </p:sp>
      <p:sp>
        <p:nvSpPr>
          <p:cNvPr id="57" name="TextBox 95" descr="Copyright_box&#10;">
            <a:extLst>
              <a:ext uri="{FF2B5EF4-FFF2-40B4-BE49-F238E27FC236}">
                <a16:creationId xmlns:a16="http://schemas.microsoft.com/office/drawing/2014/main" id="{F3496105-D24A-B74D-8B49-1FCD491E2001}"/>
              </a:ext>
            </a:extLst>
          </p:cNvPr>
          <p:cNvSpPr txBox="1"/>
          <p:nvPr userDrawn="1"/>
        </p:nvSpPr>
        <p:spPr bwMode="white">
          <a:xfrm>
            <a:off x="766763" y="6264308"/>
            <a:ext cx="1920658" cy="169200"/>
          </a:xfrm>
          <a:prstGeom prst="rect">
            <a:avLst/>
          </a:prstGeom>
          <a:noFill/>
          <a:ln w="9525" algn="ctr">
            <a:noFill/>
            <a:miter lim="800000"/>
            <a:headEnd/>
            <a:tailEnd/>
          </a:ln>
          <a:effectLst/>
        </p:spPr>
        <p:txBody>
          <a:bodyPr vert="horz" wrap="none" lIns="0" tIns="0" rIns="0" bIns="0" rtlCol="0" anchor="ctr" anchorCtr="0">
            <a:noAutofit/>
          </a:bodyPr>
          <a:lstStyle/>
          <a:p>
            <a:pPr algn="l"/>
            <a:r>
              <a:rPr lang="en-CA" sz="1000">
                <a:solidFill>
                  <a:schemeClr val="bg2"/>
                </a:solidFill>
                <a:latin typeface="+mn-lt"/>
              </a:rPr>
              <a:t>© 20XX </a:t>
            </a:r>
            <a:r>
              <a:rPr lang="en-CA" sz="1000" dirty="0">
                <a:solidFill>
                  <a:schemeClr val="bg2"/>
                </a:solidFill>
                <a:latin typeface="+mn-lt"/>
              </a:rPr>
              <a:t>CGI Inc.</a:t>
            </a:r>
            <a:endParaRPr lang="en-CA" sz="1000" b="0" i="0" u="none" dirty="0">
              <a:solidFill>
                <a:schemeClr val="bg2"/>
              </a:solidFill>
              <a:latin typeface="+mn-lt"/>
              <a:cs typeface="Arial" pitchFamily="34" charset="0"/>
            </a:endParaRPr>
          </a:p>
        </p:txBody>
      </p:sp>
      <p:sp>
        <p:nvSpPr>
          <p:cNvPr id="13" name="Titre 1">
            <a:extLst>
              <a:ext uri="{FF2B5EF4-FFF2-40B4-BE49-F238E27FC236}">
                <a16:creationId xmlns:a16="http://schemas.microsoft.com/office/drawing/2014/main" id="{F9E319C5-6679-B748-9558-446FD3EE7D46}"/>
              </a:ext>
            </a:extLst>
          </p:cNvPr>
          <p:cNvSpPr>
            <a:spLocks noGrp="1"/>
          </p:cNvSpPr>
          <p:nvPr>
            <p:ph type="title" hasCustomPrompt="1"/>
          </p:nvPr>
        </p:nvSpPr>
        <p:spPr bwMode="white">
          <a:xfrm>
            <a:off x="765737" y="683246"/>
            <a:ext cx="10676438" cy="531097"/>
          </a:xfrm>
        </p:spPr>
        <p:txBody>
          <a:bodyPr>
            <a:noAutofit/>
          </a:bodyPr>
          <a:lstStyle>
            <a:lvl1pPr>
              <a:defRPr sz="2800">
                <a:solidFill>
                  <a:schemeClr val="bg1"/>
                </a:solidFill>
              </a:defRPr>
            </a:lvl1pPr>
          </a:lstStyle>
          <a:p>
            <a:r>
              <a:rPr lang="en-CA" dirty="0"/>
              <a:t>Resume</a:t>
            </a:r>
          </a:p>
        </p:txBody>
      </p:sp>
    </p:spTree>
    <p:extLst>
      <p:ext uri="{BB962C8B-B14F-4D97-AF65-F5344CB8AC3E}">
        <p14:creationId xmlns:p14="http://schemas.microsoft.com/office/powerpoint/2010/main" val="416918998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am - 2">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3360BE23-CA16-4146-BB98-805987ADAD06}"/>
              </a:ext>
            </a:extLst>
          </p:cNvPr>
          <p:cNvSpPr>
            <a:spLocks noGrp="1"/>
          </p:cNvSpPr>
          <p:nvPr>
            <p:ph type="sldNum" sz="quarter" idx="10"/>
          </p:nvPr>
        </p:nvSpPr>
        <p:spPr/>
        <p:txBody>
          <a:bodyPr>
            <a:noAutofit/>
          </a:bodyPr>
          <a:lstStyle/>
          <a:p>
            <a:fld id="{525A3C56-E491-49B2-93F3-63532DF516BC}" type="slidenum">
              <a:rPr lang="en-CA" smtClean="0"/>
              <a:pPr/>
              <a:t>‹#›</a:t>
            </a:fld>
            <a:endParaRPr lang="en-CA" dirty="0"/>
          </a:p>
        </p:txBody>
      </p:sp>
      <p:sp>
        <p:nvSpPr>
          <p:cNvPr id="16" name="Espace réservé pour une image  5">
            <a:extLst>
              <a:ext uri="{FF2B5EF4-FFF2-40B4-BE49-F238E27FC236}">
                <a16:creationId xmlns:a16="http://schemas.microsoft.com/office/drawing/2014/main" id="{7D61EEBE-3B41-5D46-80DE-AC722F451B11}"/>
              </a:ext>
            </a:extLst>
          </p:cNvPr>
          <p:cNvSpPr>
            <a:spLocks noGrp="1"/>
          </p:cNvSpPr>
          <p:nvPr>
            <p:ph type="pic" sz="quarter" idx="13" hasCustomPrompt="1"/>
          </p:nvPr>
        </p:nvSpPr>
        <p:spPr>
          <a:xfrm>
            <a:off x="3484223" y="1590206"/>
            <a:ext cx="2268538" cy="2268000"/>
          </a:xfrm>
          <a:prstGeom prst="rect">
            <a:avLst/>
          </a:prstGeom>
        </p:spPr>
        <p:txBody>
          <a:bodyPr>
            <a:noAutofit/>
          </a:bodyPr>
          <a:lstStyle>
            <a:lvl1pPr marL="0" indent="0">
              <a:buNone/>
              <a:defRPr sz="1400"/>
            </a:lvl1pPr>
          </a:lstStyle>
          <a:p>
            <a:r>
              <a:rPr lang="fr-CA"/>
              <a:t>Cliquez sur l'icône pour ajouter une image</a:t>
            </a:r>
            <a:endParaRPr lang="fr-FR" dirty="0"/>
          </a:p>
        </p:txBody>
      </p:sp>
      <p:sp>
        <p:nvSpPr>
          <p:cNvPr id="17" name="Espace réservé pour une image  5">
            <a:extLst>
              <a:ext uri="{FF2B5EF4-FFF2-40B4-BE49-F238E27FC236}">
                <a16:creationId xmlns:a16="http://schemas.microsoft.com/office/drawing/2014/main" id="{29D9025A-85B0-584F-98C5-38CC892AE122}"/>
              </a:ext>
            </a:extLst>
          </p:cNvPr>
          <p:cNvSpPr>
            <a:spLocks noGrp="1"/>
          </p:cNvSpPr>
          <p:nvPr>
            <p:ph type="pic" sz="quarter" idx="14" hasCustomPrompt="1"/>
          </p:nvPr>
        </p:nvSpPr>
        <p:spPr>
          <a:xfrm>
            <a:off x="6508411" y="1590206"/>
            <a:ext cx="2268538" cy="2268000"/>
          </a:xfrm>
          <a:prstGeom prst="rect">
            <a:avLst/>
          </a:prstGeom>
        </p:spPr>
        <p:txBody>
          <a:bodyPr>
            <a:noAutofit/>
          </a:bodyPr>
          <a:lstStyle>
            <a:lvl1pPr marL="0" indent="0">
              <a:buNone/>
              <a:defRPr sz="1400"/>
            </a:lvl1pPr>
          </a:lstStyle>
          <a:p>
            <a:r>
              <a:rPr lang="fr-CA"/>
              <a:t>Cliquez sur l'icône pour ajouter une image</a:t>
            </a:r>
            <a:endParaRPr lang="fr-FR" dirty="0"/>
          </a:p>
        </p:txBody>
      </p:sp>
      <p:sp>
        <p:nvSpPr>
          <p:cNvPr id="19" name="Titre 1">
            <a:extLst>
              <a:ext uri="{FF2B5EF4-FFF2-40B4-BE49-F238E27FC236}">
                <a16:creationId xmlns:a16="http://schemas.microsoft.com/office/drawing/2014/main" id="{E66DC41F-5ACE-874C-857A-162C3A79A894}"/>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dirty="0"/>
              <a:t>Team</a:t>
            </a:r>
          </a:p>
        </p:txBody>
      </p:sp>
      <p:sp>
        <p:nvSpPr>
          <p:cNvPr id="12" name="Espace réservé du texte 5">
            <a:extLst>
              <a:ext uri="{FF2B5EF4-FFF2-40B4-BE49-F238E27FC236}">
                <a16:creationId xmlns:a16="http://schemas.microsoft.com/office/drawing/2014/main" id="{F81D715D-283C-3542-9DE5-920E129C30C1}"/>
              </a:ext>
            </a:extLst>
          </p:cNvPr>
          <p:cNvSpPr>
            <a:spLocks noGrp="1"/>
          </p:cNvSpPr>
          <p:nvPr>
            <p:ph type="body" sz="quarter" idx="29" hasCustomPrompt="1"/>
          </p:nvPr>
        </p:nvSpPr>
        <p:spPr>
          <a:xfrm>
            <a:off x="3481691" y="4156797"/>
            <a:ext cx="2272437" cy="472710"/>
          </a:xfrm>
          <a:prstGeom prst="rect">
            <a:avLst/>
          </a:prstGeom>
        </p:spPr>
        <p:txBody>
          <a:bodyPr lIns="0" tIns="0" rIns="0" bIns="0" anchor="ctr">
            <a:noAutofit/>
          </a:bodyPr>
          <a:lstStyle>
            <a:lvl1pPr marL="0" indent="0" algn="ctr">
              <a:spcBef>
                <a:spcPts val="0"/>
              </a:spcBef>
              <a:buNone/>
              <a:defRPr sz="1600" b="1">
                <a:solidFill>
                  <a:schemeClr val="tx1"/>
                </a:solidFill>
              </a:defRPr>
            </a:lvl1pPr>
            <a:lvl4pPr marL="1371600" indent="0">
              <a:buNone/>
              <a:defRPr/>
            </a:lvl4pPr>
          </a:lstStyle>
          <a:p>
            <a:pPr lvl="0"/>
            <a:r>
              <a:rPr lang="en-CA" dirty="0"/>
              <a:t>Name</a:t>
            </a:r>
          </a:p>
        </p:txBody>
      </p:sp>
      <p:sp>
        <p:nvSpPr>
          <p:cNvPr id="13" name="Espace réservé du texte 5">
            <a:extLst>
              <a:ext uri="{FF2B5EF4-FFF2-40B4-BE49-F238E27FC236}">
                <a16:creationId xmlns:a16="http://schemas.microsoft.com/office/drawing/2014/main" id="{7707DEFF-AE6F-9B4B-BDFE-3AA0799A5A5E}"/>
              </a:ext>
            </a:extLst>
          </p:cNvPr>
          <p:cNvSpPr>
            <a:spLocks noGrp="1"/>
          </p:cNvSpPr>
          <p:nvPr>
            <p:ph type="body" sz="quarter" idx="30" hasCustomPrompt="1"/>
          </p:nvPr>
        </p:nvSpPr>
        <p:spPr>
          <a:xfrm>
            <a:off x="3481691" y="4789582"/>
            <a:ext cx="2272437" cy="1299600"/>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CA" dirty="0"/>
              <a:t>Job title</a:t>
            </a:r>
          </a:p>
          <a:p>
            <a:pPr lvl="0"/>
            <a:r>
              <a:rPr lang="en-CA" dirty="0"/>
              <a:t>Division</a:t>
            </a:r>
          </a:p>
          <a:p>
            <a:pPr lvl="0"/>
            <a:r>
              <a:rPr lang="en-CA" dirty="0"/>
              <a:t>Office</a:t>
            </a:r>
          </a:p>
        </p:txBody>
      </p:sp>
      <p:sp>
        <p:nvSpPr>
          <p:cNvPr id="14" name="Espace réservé du texte 5">
            <a:extLst>
              <a:ext uri="{FF2B5EF4-FFF2-40B4-BE49-F238E27FC236}">
                <a16:creationId xmlns:a16="http://schemas.microsoft.com/office/drawing/2014/main" id="{809269EA-475F-8647-8F49-26134BEA6996}"/>
              </a:ext>
            </a:extLst>
          </p:cNvPr>
          <p:cNvSpPr>
            <a:spLocks noGrp="1"/>
          </p:cNvSpPr>
          <p:nvPr>
            <p:ph type="body" sz="quarter" idx="31" hasCustomPrompt="1"/>
          </p:nvPr>
        </p:nvSpPr>
        <p:spPr>
          <a:xfrm>
            <a:off x="6508671" y="4156797"/>
            <a:ext cx="2272437" cy="472710"/>
          </a:xfrm>
          <a:prstGeom prst="rect">
            <a:avLst/>
          </a:prstGeom>
        </p:spPr>
        <p:txBody>
          <a:bodyPr lIns="0" tIns="0" rIns="0" bIns="0" anchor="ctr">
            <a:noAutofit/>
          </a:bodyPr>
          <a:lstStyle>
            <a:lvl1pPr marL="0" indent="0" algn="ctr">
              <a:spcBef>
                <a:spcPts val="0"/>
              </a:spcBef>
              <a:buNone/>
              <a:defRPr sz="1600" b="1">
                <a:solidFill>
                  <a:schemeClr val="tx1"/>
                </a:solidFill>
              </a:defRPr>
            </a:lvl1pPr>
            <a:lvl4pPr marL="1371600" indent="0">
              <a:buNone/>
              <a:defRPr/>
            </a:lvl4pPr>
          </a:lstStyle>
          <a:p>
            <a:pPr lvl="0"/>
            <a:r>
              <a:rPr lang="en-CA" dirty="0"/>
              <a:t>Name</a:t>
            </a:r>
          </a:p>
        </p:txBody>
      </p:sp>
      <p:sp>
        <p:nvSpPr>
          <p:cNvPr id="15" name="Espace réservé du texte 5">
            <a:extLst>
              <a:ext uri="{FF2B5EF4-FFF2-40B4-BE49-F238E27FC236}">
                <a16:creationId xmlns:a16="http://schemas.microsoft.com/office/drawing/2014/main" id="{0483396E-96D9-5D44-817D-E5514525C234}"/>
              </a:ext>
            </a:extLst>
          </p:cNvPr>
          <p:cNvSpPr>
            <a:spLocks noGrp="1"/>
          </p:cNvSpPr>
          <p:nvPr>
            <p:ph type="body" sz="quarter" idx="32" hasCustomPrompt="1"/>
          </p:nvPr>
        </p:nvSpPr>
        <p:spPr>
          <a:xfrm>
            <a:off x="6508671" y="4789582"/>
            <a:ext cx="2272437" cy="1299600"/>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CA" dirty="0"/>
              <a:t>Job title</a:t>
            </a:r>
          </a:p>
          <a:p>
            <a:pPr lvl="0"/>
            <a:r>
              <a:rPr lang="en-CA" dirty="0"/>
              <a:t>Division</a:t>
            </a:r>
          </a:p>
          <a:p>
            <a:pPr lvl="0"/>
            <a:r>
              <a:rPr lang="en-CA" dirty="0"/>
              <a:t>Office</a:t>
            </a:r>
          </a:p>
        </p:txBody>
      </p:sp>
    </p:spTree>
    <p:extLst>
      <p:ext uri="{BB962C8B-B14F-4D97-AF65-F5344CB8AC3E}">
        <p14:creationId xmlns:p14="http://schemas.microsoft.com/office/powerpoint/2010/main" val="62148936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am - 3">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3360BE23-CA16-4146-BB98-805987ADAD06}"/>
              </a:ext>
            </a:extLst>
          </p:cNvPr>
          <p:cNvSpPr>
            <a:spLocks noGrp="1"/>
          </p:cNvSpPr>
          <p:nvPr>
            <p:ph type="sldNum" sz="quarter" idx="10"/>
          </p:nvPr>
        </p:nvSpPr>
        <p:spPr/>
        <p:txBody>
          <a:bodyPr>
            <a:noAutofit/>
          </a:bodyPr>
          <a:lstStyle/>
          <a:p>
            <a:fld id="{525A3C56-E491-49B2-93F3-63532DF516BC}" type="slidenum">
              <a:rPr lang="en-CA" smtClean="0"/>
              <a:pPr/>
              <a:t>‹#›</a:t>
            </a:fld>
            <a:endParaRPr lang="en-CA" dirty="0"/>
          </a:p>
        </p:txBody>
      </p:sp>
      <p:sp>
        <p:nvSpPr>
          <p:cNvPr id="6" name="Espace réservé pour une image  5">
            <a:extLst>
              <a:ext uri="{FF2B5EF4-FFF2-40B4-BE49-F238E27FC236}">
                <a16:creationId xmlns:a16="http://schemas.microsoft.com/office/drawing/2014/main" id="{ADB2690B-AF61-1A44-8C12-7A7917153821}"/>
              </a:ext>
            </a:extLst>
          </p:cNvPr>
          <p:cNvSpPr>
            <a:spLocks noGrp="1"/>
          </p:cNvSpPr>
          <p:nvPr>
            <p:ph type="pic" sz="quarter" idx="12" hasCustomPrompt="1"/>
          </p:nvPr>
        </p:nvSpPr>
        <p:spPr>
          <a:xfrm>
            <a:off x="1918691" y="1590206"/>
            <a:ext cx="2268538" cy="2268000"/>
          </a:xfrm>
          <a:prstGeom prst="rect">
            <a:avLst/>
          </a:prstGeom>
        </p:spPr>
        <p:txBody>
          <a:bodyPr>
            <a:noAutofit/>
          </a:bodyPr>
          <a:lstStyle>
            <a:lvl1pPr marL="0" indent="0">
              <a:buNone/>
              <a:defRPr sz="1400"/>
            </a:lvl1pPr>
          </a:lstStyle>
          <a:p>
            <a:r>
              <a:rPr lang="fr-CA"/>
              <a:t>Cliquez sur l'icône pour ajouter une image</a:t>
            </a:r>
            <a:endParaRPr lang="fr-FR" dirty="0"/>
          </a:p>
        </p:txBody>
      </p:sp>
      <p:sp>
        <p:nvSpPr>
          <p:cNvPr id="16" name="Espace réservé pour une image  5">
            <a:extLst>
              <a:ext uri="{FF2B5EF4-FFF2-40B4-BE49-F238E27FC236}">
                <a16:creationId xmlns:a16="http://schemas.microsoft.com/office/drawing/2014/main" id="{7D61EEBE-3B41-5D46-80DE-AC722F451B11}"/>
              </a:ext>
            </a:extLst>
          </p:cNvPr>
          <p:cNvSpPr>
            <a:spLocks noGrp="1"/>
          </p:cNvSpPr>
          <p:nvPr>
            <p:ph type="pic" sz="quarter" idx="13" hasCustomPrompt="1"/>
          </p:nvPr>
        </p:nvSpPr>
        <p:spPr>
          <a:xfrm>
            <a:off x="4979390" y="1590206"/>
            <a:ext cx="2268538" cy="2268000"/>
          </a:xfrm>
          <a:prstGeom prst="rect">
            <a:avLst/>
          </a:prstGeom>
        </p:spPr>
        <p:txBody>
          <a:bodyPr>
            <a:noAutofit/>
          </a:bodyPr>
          <a:lstStyle>
            <a:lvl1pPr marL="0" indent="0">
              <a:buNone/>
              <a:defRPr sz="1400"/>
            </a:lvl1pPr>
          </a:lstStyle>
          <a:p>
            <a:r>
              <a:rPr lang="fr-CA"/>
              <a:t>Cliquez sur l'icône pour ajouter une image</a:t>
            </a:r>
            <a:endParaRPr lang="fr-FR" dirty="0"/>
          </a:p>
        </p:txBody>
      </p:sp>
      <p:sp>
        <p:nvSpPr>
          <p:cNvPr id="17" name="Espace réservé pour une image  5">
            <a:extLst>
              <a:ext uri="{FF2B5EF4-FFF2-40B4-BE49-F238E27FC236}">
                <a16:creationId xmlns:a16="http://schemas.microsoft.com/office/drawing/2014/main" id="{29D9025A-85B0-584F-98C5-38CC892AE122}"/>
              </a:ext>
            </a:extLst>
          </p:cNvPr>
          <p:cNvSpPr>
            <a:spLocks noGrp="1"/>
          </p:cNvSpPr>
          <p:nvPr>
            <p:ph type="pic" sz="quarter" idx="14" hasCustomPrompt="1"/>
          </p:nvPr>
        </p:nvSpPr>
        <p:spPr>
          <a:xfrm>
            <a:off x="8003578" y="1590206"/>
            <a:ext cx="2268538" cy="2268000"/>
          </a:xfrm>
          <a:prstGeom prst="rect">
            <a:avLst/>
          </a:prstGeom>
        </p:spPr>
        <p:txBody>
          <a:bodyPr>
            <a:noAutofit/>
          </a:bodyPr>
          <a:lstStyle>
            <a:lvl1pPr marL="0" indent="0">
              <a:buNone/>
              <a:defRPr sz="1400"/>
            </a:lvl1pPr>
          </a:lstStyle>
          <a:p>
            <a:r>
              <a:rPr lang="fr-CA"/>
              <a:t>Cliquez sur l'icône pour ajouter une image</a:t>
            </a:r>
            <a:endParaRPr lang="fr-FR" dirty="0"/>
          </a:p>
        </p:txBody>
      </p:sp>
      <p:sp>
        <p:nvSpPr>
          <p:cNvPr id="19" name="Titre 1">
            <a:extLst>
              <a:ext uri="{FF2B5EF4-FFF2-40B4-BE49-F238E27FC236}">
                <a16:creationId xmlns:a16="http://schemas.microsoft.com/office/drawing/2014/main" id="{E66DC41F-5ACE-874C-857A-162C3A79A894}"/>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dirty="0"/>
              <a:t>Team</a:t>
            </a:r>
          </a:p>
        </p:txBody>
      </p:sp>
      <p:sp>
        <p:nvSpPr>
          <p:cNvPr id="10" name="Espace réservé du texte 5">
            <a:extLst>
              <a:ext uri="{FF2B5EF4-FFF2-40B4-BE49-F238E27FC236}">
                <a16:creationId xmlns:a16="http://schemas.microsoft.com/office/drawing/2014/main" id="{A5FB43EF-6CA6-024F-8F77-FC5838D6DDEC}"/>
              </a:ext>
            </a:extLst>
          </p:cNvPr>
          <p:cNvSpPr>
            <a:spLocks noGrp="1"/>
          </p:cNvSpPr>
          <p:nvPr>
            <p:ph type="body" sz="quarter" idx="27" hasCustomPrompt="1"/>
          </p:nvPr>
        </p:nvSpPr>
        <p:spPr>
          <a:xfrm>
            <a:off x="1923603" y="4162052"/>
            <a:ext cx="2272437" cy="472710"/>
          </a:xfrm>
          <a:prstGeom prst="rect">
            <a:avLst/>
          </a:prstGeom>
        </p:spPr>
        <p:txBody>
          <a:bodyPr lIns="0" tIns="0" rIns="0" bIns="0" anchor="ctr">
            <a:noAutofit/>
          </a:bodyPr>
          <a:lstStyle>
            <a:lvl1pPr marL="0" indent="0" algn="ctr">
              <a:spcBef>
                <a:spcPts val="0"/>
              </a:spcBef>
              <a:buNone/>
              <a:defRPr sz="1600" b="1">
                <a:solidFill>
                  <a:schemeClr val="tx1"/>
                </a:solidFill>
              </a:defRPr>
            </a:lvl1pPr>
            <a:lvl4pPr marL="1371600" indent="0">
              <a:buNone/>
              <a:defRPr/>
            </a:lvl4pPr>
          </a:lstStyle>
          <a:p>
            <a:pPr lvl="0"/>
            <a:r>
              <a:rPr lang="en-CA" dirty="0"/>
              <a:t>Name</a:t>
            </a:r>
          </a:p>
        </p:txBody>
      </p:sp>
      <p:sp>
        <p:nvSpPr>
          <p:cNvPr id="11" name="Espace réservé du texte 5">
            <a:extLst>
              <a:ext uri="{FF2B5EF4-FFF2-40B4-BE49-F238E27FC236}">
                <a16:creationId xmlns:a16="http://schemas.microsoft.com/office/drawing/2014/main" id="{CA153E98-7681-0A40-9CD3-6D021604575E}"/>
              </a:ext>
            </a:extLst>
          </p:cNvPr>
          <p:cNvSpPr>
            <a:spLocks noGrp="1"/>
          </p:cNvSpPr>
          <p:nvPr>
            <p:ph type="body" sz="quarter" idx="28" hasCustomPrompt="1"/>
          </p:nvPr>
        </p:nvSpPr>
        <p:spPr>
          <a:xfrm>
            <a:off x="1923603" y="4789582"/>
            <a:ext cx="2272437" cy="1299600"/>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CA" dirty="0"/>
              <a:t>Job title</a:t>
            </a:r>
          </a:p>
          <a:p>
            <a:pPr lvl="0"/>
            <a:r>
              <a:rPr lang="en-CA" dirty="0"/>
              <a:t>Division</a:t>
            </a:r>
          </a:p>
          <a:p>
            <a:pPr lvl="0"/>
            <a:r>
              <a:rPr lang="en-CA" dirty="0"/>
              <a:t>Office</a:t>
            </a:r>
          </a:p>
        </p:txBody>
      </p:sp>
      <p:sp>
        <p:nvSpPr>
          <p:cNvPr id="12" name="Espace réservé du texte 5">
            <a:extLst>
              <a:ext uri="{FF2B5EF4-FFF2-40B4-BE49-F238E27FC236}">
                <a16:creationId xmlns:a16="http://schemas.microsoft.com/office/drawing/2014/main" id="{F81D715D-283C-3542-9DE5-920E129C30C1}"/>
              </a:ext>
            </a:extLst>
          </p:cNvPr>
          <p:cNvSpPr>
            <a:spLocks noGrp="1"/>
          </p:cNvSpPr>
          <p:nvPr>
            <p:ph type="body" sz="quarter" idx="29" hasCustomPrompt="1"/>
          </p:nvPr>
        </p:nvSpPr>
        <p:spPr>
          <a:xfrm>
            <a:off x="4976858" y="4156797"/>
            <a:ext cx="2272437" cy="472710"/>
          </a:xfrm>
          <a:prstGeom prst="rect">
            <a:avLst/>
          </a:prstGeom>
        </p:spPr>
        <p:txBody>
          <a:bodyPr lIns="0" tIns="0" rIns="0" bIns="0" anchor="ctr">
            <a:noAutofit/>
          </a:bodyPr>
          <a:lstStyle>
            <a:lvl1pPr marL="0" indent="0" algn="ctr">
              <a:spcBef>
                <a:spcPts val="0"/>
              </a:spcBef>
              <a:buNone/>
              <a:defRPr sz="1600" b="1">
                <a:solidFill>
                  <a:schemeClr val="tx1"/>
                </a:solidFill>
              </a:defRPr>
            </a:lvl1pPr>
            <a:lvl4pPr marL="1371600" indent="0">
              <a:buNone/>
              <a:defRPr/>
            </a:lvl4pPr>
          </a:lstStyle>
          <a:p>
            <a:pPr lvl="0"/>
            <a:r>
              <a:rPr lang="en-CA" dirty="0"/>
              <a:t>Name</a:t>
            </a:r>
          </a:p>
        </p:txBody>
      </p:sp>
      <p:sp>
        <p:nvSpPr>
          <p:cNvPr id="13" name="Espace réservé du texte 5">
            <a:extLst>
              <a:ext uri="{FF2B5EF4-FFF2-40B4-BE49-F238E27FC236}">
                <a16:creationId xmlns:a16="http://schemas.microsoft.com/office/drawing/2014/main" id="{7707DEFF-AE6F-9B4B-BDFE-3AA0799A5A5E}"/>
              </a:ext>
            </a:extLst>
          </p:cNvPr>
          <p:cNvSpPr>
            <a:spLocks noGrp="1"/>
          </p:cNvSpPr>
          <p:nvPr>
            <p:ph type="body" sz="quarter" idx="30" hasCustomPrompt="1"/>
          </p:nvPr>
        </p:nvSpPr>
        <p:spPr>
          <a:xfrm>
            <a:off x="4976858" y="4789582"/>
            <a:ext cx="2272437" cy="1299600"/>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CA" dirty="0"/>
              <a:t>Job title</a:t>
            </a:r>
          </a:p>
          <a:p>
            <a:pPr lvl="0"/>
            <a:r>
              <a:rPr lang="en-CA" dirty="0"/>
              <a:t>Division</a:t>
            </a:r>
          </a:p>
          <a:p>
            <a:pPr lvl="0"/>
            <a:r>
              <a:rPr lang="en-CA" dirty="0"/>
              <a:t>Office</a:t>
            </a:r>
          </a:p>
        </p:txBody>
      </p:sp>
      <p:sp>
        <p:nvSpPr>
          <p:cNvPr id="14" name="Espace réservé du texte 5">
            <a:extLst>
              <a:ext uri="{FF2B5EF4-FFF2-40B4-BE49-F238E27FC236}">
                <a16:creationId xmlns:a16="http://schemas.microsoft.com/office/drawing/2014/main" id="{809269EA-475F-8647-8F49-26134BEA6996}"/>
              </a:ext>
            </a:extLst>
          </p:cNvPr>
          <p:cNvSpPr>
            <a:spLocks noGrp="1"/>
          </p:cNvSpPr>
          <p:nvPr>
            <p:ph type="body" sz="quarter" idx="31" hasCustomPrompt="1"/>
          </p:nvPr>
        </p:nvSpPr>
        <p:spPr>
          <a:xfrm>
            <a:off x="8003838" y="4156797"/>
            <a:ext cx="2272437" cy="472710"/>
          </a:xfrm>
          <a:prstGeom prst="rect">
            <a:avLst/>
          </a:prstGeom>
        </p:spPr>
        <p:txBody>
          <a:bodyPr lIns="0" tIns="0" rIns="0" bIns="0" anchor="ctr">
            <a:noAutofit/>
          </a:bodyPr>
          <a:lstStyle>
            <a:lvl1pPr marL="0" indent="0" algn="ctr">
              <a:spcBef>
                <a:spcPts val="0"/>
              </a:spcBef>
              <a:buNone/>
              <a:defRPr sz="1600" b="1">
                <a:solidFill>
                  <a:schemeClr val="tx1"/>
                </a:solidFill>
              </a:defRPr>
            </a:lvl1pPr>
            <a:lvl4pPr marL="1371600" indent="0">
              <a:buNone/>
              <a:defRPr/>
            </a:lvl4pPr>
          </a:lstStyle>
          <a:p>
            <a:pPr lvl="0"/>
            <a:r>
              <a:rPr lang="en-CA" dirty="0"/>
              <a:t>Name</a:t>
            </a:r>
          </a:p>
        </p:txBody>
      </p:sp>
      <p:sp>
        <p:nvSpPr>
          <p:cNvPr id="15" name="Espace réservé du texte 5">
            <a:extLst>
              <a:ext uri="{FF2B5EF4-FFF2-40B4-BE49-F238E27FC236}">
                <a16:creationId xmlns:a16="http://schemas.microsoft.com/office/drawing/2014/main" id="{0483396E-96D9-5D44-817D-E5514525C234}"/>
              </a:ext>
            </a:extLst>
          </p:cNvPr>
          <p:cNvSpPr>
            <a:spLocks noGrp="1"/>
          </p:cNvSpPr>
          <p:nvPr>
            <p:ph type="body" sz="quarter" idx="32" hasCustomPrompt="1"/>
          </p:nvPr>
        </p:nvSpPr>
        <p:spPr>
          <a:xfrm>
            <a:off x="8003838" y="4789582"/>
            <a:ext cx="2272437" cy="1299600"/>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CA" dirty="0"/>
              <a:t>Job title</a:t>
            </a:r>
          </a:p>
          <a:p>
            <a:pPr lvl="0"/>
            <a:r>
              <a:rPr lang="en-CA" dirty="0"/>
              <a:t>Division</a:t>
            </a:r>
          </a:p>
          <a:p>
            <a:pPr lvl="0"/>
            <a:r>
              <a:rPr lang="en-CA" dirty="0"/>
              <a:t>Office</a:t>
            </a:r>
          </a:p>
        </p:txBody>
      </p:sp>
    </p:spTree>
    <p:extLst>
      <p:ext uri="{BB962C8B-B14F-4D97-AF65-F5344CB8AC3E}">
        <p14:creationId xmlns:p14="http://schemas.microsoft.com/office/powerpoint/2010/main" val="939150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am - 4">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3360BE23-CA16-4146-BB98-805987ADAD06}"/>
              </a:ext>
            </a:extLst>
          </p:cNvPr>
          <p:cNvSpPr>
            <a:spLocks noGrp="1"/>
          </p:cNvSpPr>
          <p:nvPr>
            <p:ph type="sldNum" sz="quarter" idx="10"/>
          </p:nvPr>
        </p:nvSpPr>
        <p:spPr/>
        <p:txBody>
          <a:bodyPr>
            <a:noAutofit/>
          </a:bodyPr>
          <a:lstStyle/>
          <a:p>
            <a:fld id="{525A3C56-E491-49B2-93F3-63532DF516BC}" type="slidenum">
              <a:rPr lang="en-CA" smtClean="0"/>
              <a:pPr/>
              <a:t>‹#›</a:t>
            </a:fld>
            <a:endParaRPr lang="en-CA" dirty="0"/>
          </a:p>
        </p:txBody>
      </p:sp>
      <p:sp>
        <p:nvSpPr>
          <p:cNvPr id="6" name="Espace réservé pour une image  5">
            <a:extLst>
              <a:ext uri="{FF2B5EF4-FFF2-40B4-BE49-F238E27FC236}">
                <a16:creationId xmlns:a16="http://schemas.microsoft.com/office/drawing/2014/main" id="{ADB2690B-AF61-1A44-8C12-7A7917153821}"/>
              </a:ext>
            </a:extLst>
          </p:cNvPr>
          <p:cNvSpPr>
            <a:spLocks noGrp="1"/>
          </p:cNvSpPr>
          <p:nvPr>
            <p:ph type="pic" sz="quarter" idx="12" hasCustomPrompt="1"/>
          </p:nvPr>
        </p:nvSpPr>
        <p:spPr>
          <a:xfrm>
            <a:off x="1918687" y="1971117"/>
            <a:ext cx="1512888" cy="1512000"/>
          </a:xfrm>
          <a:prstGeom prst="rect">
            <a:avLst/>
          </a:prstGeom>
        </p:spPr>
        <p:txBody>
          <a:bodyPr>
            <a:noAutofit/>
          </a:bodyPr>
          <a:lstStyle>
            <a:lvl1pPr marL="0" indent="0">
              <a:buNone/>
              <a:defRPr sz="1400"/>
            </a:lvl1pPr>
          </a:lstStyle>
          <a:p>
            <a:r>
              <a:rPr lang="fr-CA" dirty="0"/>
              <a:t>Cliquez sur l'icône pour ajouter une image</a:t>
            </a:r>
            <a:endParaRPr lang="fr-FR" dirty="0"/>
          </a:p>
        </p:txBody>
      </p:sp>
      <p:sp>
        <p:nvSpPr>
          <p:cNvPr id="11" name="Espace réservé pour une image  5">
            <a:extLst>
              <a:ext uri="{FF2B5EF4-FFF2-40B4-BE49-F238E27FC236}">
                <a16:creationId xmlns:a16="http://schemas.microsoft.com/office/drawing/2014/main" id="{6648063D-6682-1248-A670-ACA6889C1AF0}"/>
              </a:ext>
            </a:extLst>
          </p:cNvPr>
          <p:cNvSpPr>
            <a:spLocks noGrp="1"/>
          </p:cNvSpPr>
          <p:nvPr>
            <p:ph type="pic" sz="quarter" idx="13" hasCustomPrompt="1"/>
          </p:nvPr>
        </p:nvSpPr>
        <p:spPr>
          <a:xfrm>
            <a:off x="4217192" y="1971117"/>
            <a:ext cx="1512888" cy="1519200"/>
          </a:xfrm>
          <a:prstGeom prst="rect">
            <a:avLst/>
          </a:prstGeom>
        </p:spPr>
        <p:txBody>
          <a:bodyPr>
            <a:noAutofit/>
          </a:bodyPr>
          <a:lstStyle>
            <a:lvl1pPr marL="0" indent="0">
              <a:buNone/>
              <a:defRPr sz="1400"/>
            </a:lvl1pPr>
          </a:lstStyle>
          <a:p>
            <a:r>
              <a:rPr lang="fr-CA"/>
              <a:t>Cliquez sur l'icône pour ajouter une image</a:t>
            </a:r>
            <a:endParaRPr lang="fr-FR" dirty="0"/>
          </a:p>
        </p:txBody>
      </p:sp>
      <p:sp>
        <p:nvSpPr>
          <p:cNvPr id="12" name="Espace réservé pour une image  5">
            <a:extLst>
              <a:ext uri="{FF2B5EF4-FFF2-40B4-BE49-F238E27FC236}">
                <a16:creationId xmlns:a16="http://schemas.microsoft.com/office/drawing/2014/main" id="{A792B46A-6C96-6840-832B-E20CE039D872}"/>
              </a:ext>
            </a:extLst>
          </p:cNvPr>
          <p:cNvSpPr>
            <a:spLocks noGrp="1"/>
          </p:cNvSpPr>
          <p:nvPr>
            <p:ph type="pic" sz="quarter" idx="14" hasCustomPrompt="1"/>
          </p:nvPr>
        </p:nvSpPr>
        <p:spPr>
          <a:xfrm>
            <a:off x="8760812" y="1971117"/>
            <a:ext cx="1512888" cy="1519200"/>
          </a:xfrm>
          <a:prstGeom prst="rect">
            <a:avLst/>
          </a:prstGeom>
        </p:spPr>
        <p:txBody>
          <a:bodyPr>
            <a:noAutofit/>
          </a:bodyPr>
          <a:lstStyle>
            <a:lvl1pPr marL="0" indent="0">
              <a:buNone/>
              <a:defRPr sz="1400"/>
            </a:lvl1pPr>
          </a:lstStyle>
          <a:p>
            <a:r>
              <a:rPr lang="fr-CA"/>
              <a:t>Cliquez sur l'icône pour ajouter une image</a:t>
            </a:r>
            <a:endParaRPr lang="fr-FR" dirty="0"/>
          </a:p>
        </p:txBody>
      </p:sp>
      <p:sp>
        <p:nvSpPr>
          <p:cNvPr id="13" name="Espace réservé pour une image  5">
            <a:extLst>
              <a:ext uri="{FF2B5EF4-FFF2-40B4-BE49-F238E27FC236}">
                <a16:creationId xmlns:a16="http://schemas.microsoft.com/office/drawing/2014/main" id="{B85760F7-AAF7-BC45-9E56-D0AD952799BD}"/>
              </a:ext>
            </a:extLst>
          </p:cNvPr>
          <p:cNvSpPr>
            <a:spLocks noGrp="1"/>
          </p:cNvSpPr>
          <p:nvPr>
            <p:ph type="pic" sz="quarter" idx="15" hasCustomPrompt="1"/>
          </p:nvPr>
        </p:nvSpPr>
        <p:spPr>
          <a:xfrm>
            <a:off x="6492275" y="1971117"/>
            <a:ext cx="1512888" cy="1519200"/>
          </a:xfrm>
          <a:prstGeom prst="rect">
            <a:avLst/>
          </a:prstGeom>
        </p:spPr>
        <p:txBody>
          <a:bodyPr>
            <a:noAutofit/>
          </a:bodyPr>
          <a:lstStyle>
            <a:lvl1pPr marL="0" indent="0">
              <a:buNone/>
              <a:defRPr sz="1400"/>
            </a:lvl1pPr>
          </a:lstStyle>
          <a:p>
            <a:r>
              <a:rPr lang="fr-CA"/>
              <a:t>Cliquez sur l'icône pour ajouter une image</a:t>
            </a:r>
            <a:endParaRPr lang="fr-FR" dirty="0"/>
          </a:p>
        </p:txBody>
      </p:sp>
      <p:sp>
        <p:nvSpPr>
          <p:cNvPr id="18" name="Espace réservé du texte 5">
            <a:extLst>
              <a:ext uri="{FF2B5EF4-FFF2-40B4-BE49-F238E27FC236}">
                <a16:creationId xmlns:a16="http://schemas.microsoft.com/office/drawing/2014/main" id="{9F6E5A65-4FB3-D947-9C8C-AB5C4577AEC4}"/>
              </a:ext>
            </a:extLst>
          </p:cNvPr>
          <p:cNvSpPr>
            <a:spLocks noGrp="1"/>
          </p:cNvSpPr>
          <p:nvPr>
            <p:ph type="body" sz="quarter" idx="27" hasCustomPrompt="1"/>
          </p:nvPr>
        </p:nvSpPr>
        <p:spPr>
          <a:xfrm>
            <a:off x="1913090" y="3647746"/>
            <a:ext cx="1519200" cy="444201"/>
          </a:xfrm>
          <a:prstGeom prst="rect">
            <a:avLst/>
          </a:prstGeom>
        </p:spPr>
        <p:txBody>
          <a:bodyPr lIns="0" tIns="0" rIns="0" bIns="0" anchor="ctr">
            <a:noAutofit/>
          </a:bodyPr>
          <a:lstStyle>
            <a:lvl1pPr marL="0" indent="0" algn="ctr">
              <a:spcBef>
                <a:spcPts val="0"/>
              </a:spcBef>
              <a:buNone/>
              <a:defRPr sz="1600" b="1">
                <a:solidFill>
                  <a:schemeClr val="tx1"/>
                </a:solidFill>
              </a:defRPr>
            </a:lvl1pPr>
            <a:lvl4pPr marL="1371600" indent="0">
              <a:buNone/>
              <a:defRPr/>
            </a:lvl4pPr>
          </a:lstStyle>
          <a:p>
            <a:pPr lvl="0"/>
            <a:r>
              <a:rPr lang="en-CA" dirty="0"/>
              <a:t>Name</a:t>
            </a:r>
          </a:p>
        </p:txBody>
      </p:sp>
      <p:sp>
        <p:nvSpPr>
          <p:cNvPr id="20" name="Espace réservé du texte 5">
            <a:extLst>
              <a:ext uri="{FF2B5EF4-FFF2-40B4-BE49-F238E27FC236}">
                <a16:creationId xmlns:a16="http://schemas.microsoft.com/office/drawing/2014/main" id="{8F6BBFEE-AEF3-9141-A362-28E277375114}"/>
              </a:ext>
            </a:extLst>
          </p:cNvPr>
          <p:cNvSpPr>
            <a:spLocks noGrp="1"/>
          </p:cNvSpPr>
          <p:nvPr>
            <p:ph type="body" sz="quarter" idx="28" hasCustomPrompt="1"/>
          </p:nvPr>
        </p:nvSpPr>
        <p:spPr>
          <a:xfrm>
            <a:off x="1913090" y="4208678"/>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CA" dirty="0"/>
              <a:t>Job title</a:t>
            </a:r>
          </a:p>
          <a:p>
            <a:pPr lvl="0"/>
            <a:r>
              <a:rPr lang="en-CA" dirty="0"/>
              <a:t>Division</a:t>
            </a:r>
          </a:p>
          <a:p>
            <a:pPr lvl="0"/>
            <a:r>
              <a:rPr lang="en-CA" dirty="0"/>
              <a:t>Office</a:t>
            </a:r>
          </a:p>
        </p:txBody>
      </p:sp>
      <p:sp>
        <p:nvSpPr>
          <p:cNvPr id="21" name="Espace réservé du texte 5">
            <a:extLst>
              <a:ext uri="{FF2B5EF4-FFF2-40B4-BE49-F238E27FC236}">
                <a16:creationId xmlns:a16="http://schemas.microsoft.com/office/drawing/2014/main" id="{D0A2E1FE-F04D-E54E-BE60-45260ED35785}"/>
              </a:ext>
            </a:extLst>
          </p:cNvPr>
          <p:cNvSpPr>
            <a:spLocks noGrp="1"/>
          </p:cNvSpPr>
          <p:nvPr>
            <p:ph type="body" sz="quarter" idx="29" hasCustomPrompt="1"/>
          </p:nvPr>
        </p:nvSpPr>
        <p:spPr>
          <a:xfrm>
            <a:off x="4209600" y="3642491"/>
            <a:ext cx="1519200" cy="444201"/>
          </a:xfrm>
          <a:prstGeom prst="rect">
            <a:avLst/>
          </a:prstGeom>
        </p:spPr>
        <p:txBody>
          <a:bodyPr lIns="0" tIns="0" rIns="0" bIns="0" anchor="ctr">
            <a:noAutofit/>
          </a:bodyPr>
          <a:lstStyle>
            <a:lvl1pPr marL="0" indent="0" algn="ctr">
              <a:spcBef>
                <a:spcPts val="0"/>
              </a:spcBef>
              <a:buNone/>
              <a:defRPr sz="1600" b="1">
                <a:solidFill>
                  <a:schemeClr val="tx1"/>
                </a:solidFill>
              </a:defRPr>
            </a:lvl1pPr>
            <a:lvl4pPr marL="1371600" indent="0">
              <a:buNone/>
              <a:defRPr/>
            </a:lvl4pPr>
          </a:lstStyle>
          <a:p>
            <a:pPr lvl="0"/>
            <a:r>
              <a:rPr lang="en-CA" dirty="0"/>
              <a:t>Name</a:t>
            </a:r>
          </a:p>
        </p:txBody>
      </p:sp>
      <p:sp>
        <p:nvSpPr>
          <p:cNvPr id="22" name="Espace réservé du texte 5">
            <a:extLst>
              <a:ext uri="{FF2B5EF4-FFF2-40B4-BE49-F238E27FC236}">
                <a16:creationId xmlns:a16="http://schemas.microsoft.com/office/drawing/2014/main" id="{E0587BEC-02AD-8D44-A4A6-C9F181EBC0BD}"/>
              </a:ext>
            </a:extLst>
          </p:cNvPr>
          <p:cNvSpPr>
            <a:spLocks noGrp="1"/>
          </p:cNvSpPr>
          <p:nvPr>
            <p:ph type="body" sz="quarter" idx="30" hasCustomPrompt="1"/>
          </p:nvPr>
        </p:nvSpPr>
        <p:spPr>
          <a:xfrm>
            <a:off x="4209600" y="4203423"/>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CA" dirty="0"/>
              <a:t>Job title</a:t>
            </a:r>
          </a:p>
          <a:p>
            <a:pPr lvl="0"/>
            <a:r>
              <a:rPr lang="en-CA" dirty="0"/>
              <a:t>Division</a:t>
            </a:r>
          </a:p>
          <a:p>
            <a:pPr lvl="0"/>
            <a:r>
              <a:rPr lang="en-CA" dirty="0"/>
              <a:t>Office</a:t>
            </a:r>
          </a:p>
        </p:txBody>
      </p:sp>
      <p:sp>
        <p:nvSpPr>
          <p:cNvPr id="23" name="Espace réservé du texte 5">
            <a:extLst>
              <a:ext uri="{FF2B5EF4-FFF2-40B4-BE49-F238E27FC236}">
                <a16:creationId xmlns:a16="http://schemas.microsoft.com/office/drawing/2014/main" id="{E33CFF3B-954E-2944-8A83-B3BA6CF1032B}"/>
              </a:ext>
            </a:extLst>
          </p:cNvPr>
          <p:cNvSpPr>
            <a:spLocks noGrp="1"/>
          </p:cNvSpPr>
          <p:nvPr>
            <p:ph type="body" sz="quarter" idx="31" hasCustomPrompt="1"/>
          </p:nvPr>
        </p:nvSpPr>
        <p:spPr>
          <a:xfrm>
            <a:off x="6490345" y="3653001"/>
            <a:ext cx="1519200" cy="444201"/>
          </a:xfrm>
          <a:prstGeom prst="rect">
            <a:avLst/>
          </a:prstGeom>
        </p:spPr>
        <p:txBody>
          <a:bodyPr lIns="0" tIns="0" rIns="0" bIns="0" anchor="ctr">
            <a:noAutofit/>
          </a:bodyPr>
          <a:lstStyle>
            <a:lvl1pPr marL="0" indent="0" algn="ctr">
              <a:spcBef>
                <a:spcPts val="0"/>
              </a:spcBef>
              <a:buNone/>
              <a:defRPr sz="1600" b="1">
                <a:solidFill>
                  <a:schemeClr val="tx1"/>
                </a:solidFill>
              </a:defRPr>
            </a:lvl1pPr>
            <a:lvl4pPr marL="1371600" indent="0">
              <a:buNone/>
              <a:defRPr/>
            </a:lvl4pPr>
          </a:lstStyle>
          <a:p>
            <a:pPr lvl="0"/>
            <a:r>
              <a:rPr lang="en-CA" dirty="0"/>
              <a:t>Name</a:t>
            </a:r>
          </a:p>
        </p:txBody>
      </p:sp>
      <p:sp>
        <p:nvSpPr>
          <p:cNvPr id="24" name="Espace réservé du texte 5">
            <a:extLst>
              <a:ext uri="{FF2B5EF4-FFF2-40B4-BE49-F238E27FC236}">
                <a16:creationId xmlns:a16="http://schemas.microsoft.com/office/drawing/2014/main" id="{E4B824FD-1DF5-E644-BD81-36BA01403EC1}"/>
              </a:ext>
            </a:extLst>
          </p:cNvPr>
          <p:cNvSpPr>
            <a:spLocks noGrp="1"/>
          </p:cNvSpPr>
          <p:nvPr>
            <p:ph type="body" sz="quarter" idx="32" hasCustomPrompt="1"/>
          </p:nvPr>
        </p:nvSpPr>
        <p:spPr>
          <a:xfrm>
            <a:off x="6490345" y="4213933"/>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CA" dirty="0"/>
              <a:t>Job title</a:t>
            </a:r>
          </a:p>
          <a:p>
            <a:pPr lvl="0"/>
            <a:r>
              <a:rPr lang="en-CA" dirty="0"/>
              <a:t>Division</a:t>
            </a:r>
          </a:p>
          <a:p>
            <a:pPr lvl="0"/>
            <a:r>
              <a:rPr lang="en-CA" dirty="0"/>
              <a:t>Office</a:t>
            </a:r>
          </a:p>
        </p:txBody>
      </p:sp>
      <p:sp>
        <p:nvSpPr>
          <p:cNvPr id="25" name="Espace réservé du texte 5">
            <a:extLst>
              <a:ext uri="{FF2B5EF4-FFF2-40B4-BE49-F238E27FC236}">
                <a16:creationId xmlns:a16="http://schemas.microsoft.com/office/drawing/2014/main" id="{D9072BA4-9DAB-3F4E-BBD2-73CBD1EF7572}"/>
              </a:ext>
            </a:extLst>
          </p:cNvPr>
          <p:cNvSpPr>
            <a:spLocks noGrp="1"/>
          </p:cNvSpPr>
          <p:nvPr>
            <p:ph type="body" sz="quarter" idx="33" hasCustomPrompt="1"/>
          </p:nvPr>
        </p:nvSpPr>
        <p:spPr>
          <a:xfrm>
            <a:off x="8760580" y="3642491"/>
            <a:ext cx="1519200" cy="444201"/>
          </a:xfrm>
          <a:prstGeom prst="rect">
            <a:avLst/>
          </a:prstGeom>
        </p:spPr>
        <p:txBody>
          <a:bodyPr lIns="0" tIns="0" rIns="0" bIns="0" anchor="ctr">
            <a:noAutofit/>
          </a:bodyPr>
          <a:lstStyle>
            <a:lvl1pPr marL="0" indent="0" algn="ctr">
              <a:spcBef>
                <a:spcPts val="0"/>
              </a:spcBef>
              <a:buNone/>
              <a:defRPr sz="1600" b="1">
                <a:solidFill>
                  <a:schemeClr val="tx1"/>
                </a:solidFill>
              </a:defRPr>
            </a:lvl1pPr>
            <a:lvl4pPr marL="1371600" indent="0">
              <a:buNone/>
              <a:defRPr/>
            </a:lvl4pPr>
          </a:lstStyle>
          <a:p>
            <a:pPr lvl="0"/>
            <a:r>
              <a:rPr lang="en-CA" dirty="0"/>
              <a:t>Name</a:t>
            </a:r>
          </a:p>
        </p:txBody>
      </p:sp>
      <p:sp>
        <p:nvSpPr>
          <p:cNvPr id="26" name="Espace réservé du texte 5">
            <a:extLst>
              <a:ext uri="{FF2B5EF4-FFF2-40B4-BE49-F238E27FC236}">
                <a16:creationId xmlns:a16="http://schemas.microsoft.com/office/drawing/2014/main" id="{A149E7E1-2EE8-5B41-AAE5-E706695AEE59}"/>
              </a:ext>
            </a:extLst>
          </p:cNvPr>
          <p:cNvSpPr>
            <a:spLocks noGrp="1"/>
          </p:cNvSpPr>
          <p:nvPr>
            <p:ph type="body" sz="quarter" idx="34" hasCustomPrompt="1"/>
          </p:nvPr>
        </p:nvSpPr>
        <p:spPr>
          <a:xfrm>
            <a:off x="8760580" y="4203423"/>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CA" dirty="0"/>
              <a:t>Job title</a:t>
            </a:r>
          </a:p>
          <a:p>
            <a:pPr lvl="0"/>
            <a:r>
              <a:rPr lang="en-CA" dirty="0"/>
              <a:t>Division</a:t>
            </a:r>
          </a:p>
          <a:p>
            <a:pPr lvl="0"/>
            <a:r>
              <a:rPr lang="en-CA" dirty="0"/>
              <a:t>Office</a:t>
            </a:r>
          </a:p>
        </p:txBody>
      </p:sp>
      <p:sp>
        <p:nvSpPr>
          <p:cNvPr id="16" name="Titre 1">
            <a:extLst>
              <a:ext uri="{FF2B5EF4-FFF2-40B4-BE49-F238E27FC236}">
                <a16:creationId xmlns:a16="http://schemas.microsoft.com/office/drawing/2014/main" id="{3CDA66FE-4D5A-4E48-BDC4-6C987A8FA04A}"/>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dirty="0"/>
              <a:t>Team</a:t>
            </a:r>
          </a:p>
        </p:txBody>
      </p:sp>
      <p:sp>
        <p:nvSpPr>
          <p:cNvPr id="9" name="ZoneTexte 8">
            <a:extLst>
              <a:ext uri="{FF2B5EF4-FFF2-40B4-BE49-F238E27FC236}">
                <a16:creationId xmlns:a16="http://schemas.microsoft.com/office/drawing/2014/main" id="{2D4ED3D8-F040-B14A-A05D-37277FBF0FE1}"/>
              </a:ext>
            </a:extLst>
          </p:cNvPr>
          <p:cNvSpPr txBox="1"/>
          <p:nvPr userDrawn="1"/>
        </p:nvSpPr>
        <p:spPr>
          <a:xfrm>
            <a:off x="1544595" y="1800404"/>
            <a:ext cx="0" cy="0"/>
          </a:xfrm>
          <a:prstGeom prst="rect">
            <a:avLst/>
          </a:prstGeom>
        </p:spPr>
        <p:txBody>
          <a:bodyPr vert="horz" wrap="none" lIns="0" tIns="0" rIns="0" bIns="0" rtlCol="0" anchor="t" anchorCtr="0">
            <a:noAutofit/>
          </a:bodyPr>
          <a:lstStyle/>
          <a:p>
            <a:pPr algn="l"/>
            <a:endParaRPr lang="en-CA" dirty="0"/>
          </a:p>
        </p:txBody>
      </p:sp>
    </p:spTree>
    <p:extLst>
      <p:ext uri="{BB962C8B-B14F-4D97-AF65-F5344CB8AC3E}">
        <p14:creationId xmlns:p14="http://schemas.microsoft.com/office/powerpoint/2010/main" val="401180241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am - 5">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3360BE23-CA16-4146-BB98-805987ADAD06}"/>
              </a:ext>
            </a:extLst>
          </p:cNvPr>
          <p:cNvSpPr>
            <a:spLocks noGrp="1"/>
          </p:cNvSpPr>
          <p:nvPr>
            <p:ph type="sldNum" sz="quarter" idx="10"/>
          </p:nvPr>
        </p:nvSpPr>
        <p:spPr/>
        <p:txBody>
          <a:bodyPr>
            <a:noAutofit/>
          </a:bodyPr>
          <a:lstStyle/>
          <a:p>
            <a:fld id="{525A3C56-E491-49B2-93F3-63532DF516BC}" type="slidenum">
              <a:rPr lang="en-CA" smtClean="0"/>
              <a:pPr/>
              <a:t>‹#›</a:t>
            </a:fld>
            <a:endParaRPr lang="en-CA" dirty="0"/>
          </a:p>
        </p:txBody>
      </p:sp>
      <p:sp>
        <p:nvSpPr>
          <p:cNvPr id="11" name="Espace réservé pour une image  5">
            <a:extLst>
              <a:ext uri="{FF2B5EF4-FFF2-40B4-BE49-F238E27FC236}">
                <a16:creationId xmlns:a16="http://schemas.microsoft.com/office/drawing/2014/main" id="{6648063D-6682-1248-A670-ACA6889C1AF0}"/>
              </a:ext>
            </a:extLst>
          </p:cNvPr>
          <p:cNvSpPr>
            <a:spLocks noGrp="1"/>
          </p:cNvSpPr>
          <p:nvPr>
            <p:ph type="pic" sz="quarter" idx="13" hasCustomPrompt="1"/>
          </p:nvPr>
        </p:nvSpPr>
        <p:spPr>
          <a:xfrm>
            <a:off x="3076526" y="2201289"/>
            <a:ext cx="1512888" cy="1512000"/>
          </a:xfrm>
          <a:prstGeom prst="rect">
            <a:avLst/>
          </a:prstGeom>
        </p:spPr>
        <p:txBody>
          <a:bodyPr>
            <a:noAutofit/>
          </a:bodyPr>
          <a:lstStyle>
            <a:lvl1pPr marL="0" indent="0">
              <a:buNone/>
              <a:defRPr sz="1200"/>
            </a:lvl1pPr>
          </a:lstStyle>
          <a:p>
            <a:r>
              <a:rPr lang="fr-CA"/>
              <a:t>Cliquez sur l'icône pour ajouter une image</a:t>
            </a:r>
            <a:endParaRPr lang="fr-FR" dirty="0"/>
          </a:p>
        </p:txBody>
      </p:sp>
      <p:sp>
        <p:nvSpPr>
          <p:cNvPr id="22" name="Espace réservé du texte 5">
            <a:extLst>
              <a:ext uri="{FF2B5EF4-FFF2-40B4-BE49-F238E27FC236}">
                <a16:creationId xmlns:a16="http://schemas.microsoft.com/office/drawing/2014/main" id="{CEFBA174-11E0-3640-A143-0A8CE7D169DD}"/>
              </a:ext>
            </a:extLst>
          </p:cNvPr>
          <p:cNvSpPr>
            <a:spLocks noGrp="1"/>
          </p:cNvSpPr>
          <p:nvPr>
            <p:ph type="body" sz="quarter" idx="24" hasCustomPrompt="1"/>
          </p:nvPr>
        </p:nvSpPr>
        <p:spPr>
          <a:xfrm>
            <a:off x="3073370" y="3834087"/>
            <a:ext cx="1519200" cy="391552"/>
          </a:xfrm>
          <a:prstGeom prst="rect">
            <a:avLst/>
          </a:prstGeom>
        </p:spPr>
        <p:txBody>
          <a:bodyPr lIns="0" tIns="0" rIns="0" bIns="0" anchor="ctr">
            <a:noAutofit/>
          </a:bodyPr>
          <a:lstStyle>
            <a:lvl1pPr marL="0" indent="0" algn="ctr">
              <a:spcBef>
                <a:spcPts val="0"/>
              </a:spcBef>
              <a:buNone/>
              <a:defRPr sz="1400" b="1">
                <a:solidFill>
                  <a:schemeClr val="tx1"/>
                </a:solidFill>
              </a:defRPr>
            </a:lvl1pPr>
            <a:lvl4pPr marL="1371600" indent="0">
              <a:buNone/>
              <a:defRPr/>
            </a:lvl4pPr>
          </a:lstStyle>
          <a:p>
            <a:pPr lvl="0"/>
            <a:r>
              <a:rPr lang="en-CA" dirty="0"/>
              <a:t>Name</a:t>
            </a:r>
          </a:p>
        </p:txBody>
      </p:sp>
      <p:sp>
        <p:nvSpPr>
          <p:cNvPr id="23" name="Espace réservé du texte 5">
            <a:extLst>
              <a:ext uri="{FF2B5EF4-FFF2-40B4-BE49-F238E27FC236}">
                <a16:creationId xmlns:a16="http://schemas.microsoft.com/office/drawing/2014/main" id="{52C82127-7629-214F-8A6C-23D5E762916A}"/>
              </a:ext>
            </a:extLst>
          </p:cNvPr>
          <p:cNvSpPr>
            <a:spLocks noGrp="1"/>
          </p:cNvSpPr>
          <p:nvPr>
            <p:ph type="body" sz="quarter" idx="25" hasCustomPrompt="1"/>
          </p:nvPr>
        </p:nvSpPr>
        <p:spPr>
          <a:xfrm>
            <a:off x="3073370" y="4302505"/>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CA" dirty="0"/>
              <a:t>Role</a:t>
            </a:r>
          </a:p>
        </p:txBody>
      </p:sp>
      <p:sp>
        <p:nvSpPr>
          <p:cNvPr id="44" name="Espace réservé pour une image  5">
            <a:extLst>
              <a:ext uri="{FF2B5EF4-FFF2-40B4-BE49-F238E27FC236}">
                <a16:creationId xmlns:a16="http://schemas.microsoft.com/office/drawing/2014/main" id="{92079528-16A8-AC47-99D5-BA246ED893F7}"/>
              </a:ext>
            </a:extLst>
          </p:cNvPr>
          <p:cNvSpPr>
            <a:spLocks noGrp="1"/>
          </p:cNvSpPr>
          <p:nvPr>
            <p:ph type="pic" sz="quarter" idx="26" hasCustomPrompt="1"/>
          </p:nvPr>
        </p:nvSpPr>
        <p:spPr>
          <a:xfrm>
            <a:off x="789229" y="2202202"/>
            <a:ext cx="1512888" cy="1512000"/>
          </a:xfrm>
          <a:prstGeom prst="rect">
            <a:avLst/>
          </a:prstGeom>
        </p:spPr>
        <p:txBody>
          <a:bodyPr>
            <a:noAutofit/>
          </a:bodyPr>
          <a:lstStyle>
            <a:lvl1pPr marL="0" indent="0">
              <a:buNone/>
              <a:defRPr sz="1200"/>
            </a:lvl1pPr>
          </a:lstStyle>
          <a:p>
            <a:r>
              <a:rPr lang="fr-CA" dirty="0"/>
              <a:t>Cliquez sur l'icône pour ajouter une image</a:t>
            </a:r>
            <a:endParaRPr lang="fr-FR" dirty="0"/>
          </a:p>
        </p:txBody>
      </p:sp>
      <p:sp>
        <p:nvSpPr>
          <p:cNvPr id="45" name="Espace réservé du texte 5">
            <a:extLst>
              <a:ext uri="{FF2B5EF4-FFF2-40B4-BE49-F238E27FC236}">
                <a16:creationId xmlns:a16="http://schemas.microsoft.com/office/drawing/2014/main" id="{F6F24C28-52C6-4446-A047-8BAE1E23BA2A}"/>
              </a:ext>
            </a:extLst>
          </p:cNvPr>
          <p:cNvSpPr>
            <a:spLocks noGrp="1"/>
          </p:cNvSpPr>
          <p:nvPr>
            <p:ph type="body" sz="quarter" idx="27" hasCustomPrompt="1"/>
          </p:nvPr>
        </p:nvSpPr>
        <p:spPr>
          <a:xfrm>
            <a:off x="786073" y="3835000"/>
            <a:ext cx="1519200" cy="391552"/>
          </a:xfrm>
          <a:prstGeom prst="rect">
            <a:avLst/>
          </a:prstGeom>
        </p:spPr>
        <p:txBody>
          <a:bodyPr lIns="0" tIns="0" rIns="0" bIns="0" anchor="ctr">
            <a:noAutofit/>
          </a:bodyPr>
          <a:lstStyle>
            <a:lvl1pPr marL="0" indent="0" algn="ctr">
              <a:spcBef>
                <a:spcPts val="0"/>
              </a:spcBef>
              <a:buNone/>
              <a:defRPr sz="1400" b="1">
                <a:solidFill>
                  <a:schemeClr val="tx1"/>
                </a:solidFill>
              </a:defRPr>
            </a:lvl1pPr>
            <a:lvl4pPr marL="1371600" indent="0">
              <a:buNone/>
              <a:defRPr/>
            </a:lvl4pPr>
          </a:lstStyle>
          <a:p>
            <a:pPr lvl="0"/>
            <a:r>
              <a:rPr lang="en-CA" dirty="0"/>
              <a:t>Name</a:t>
            </a:r>
          </a:p>
        </p:txBody>
      </p:sp>
      <p:sp>
        <p:nvSpPr>
          <p:cNvPr id="46" name="Espace réservé du texte 5">
            <a:extLst>
              <a:ext uri="{FF2B5EF4-FFF2-40B4-BE49-F238E27FC236}">
                <a16:creationId xmlns:a16="http://schemas.microsoft.com/office/drawing/2014/main" id="{249F9432-E942-F847-85CC-7C127BD72D6A}"/>
              </a:ext>
            </a:extLst>
          </p:cNvPr>
          <p:cNvSpPr>
            <a:spLocks noGrp="1"/>
          </p:cNvSpPr>
          <p:nvPr>
            <p:ph type="body" sz="quarter" idx="28" hasCustomPrompt="1"/>
          </p:nvPr>
        </p:nvSpPr>
        <p:spPr>
          <a:xfrm>
            <a:off x="786073" y="4303418"/>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CA" dirty="0"/>
              <a:t>Role</a:t>
            </a:r>
          </a:p>
        </p:txBody>
      </p:sp>
      <p:sp>
        <p:nvSpPr>
          <p:cNvPr id="47" name="Espace réservé pour une image  5">
            <a:extLst>
              <a:ext uri="{FF2B5EF4-FFF2-40B4-BE49-F238E27FC236}">
                <a16:creationId xmlns:a16="http://schemas.microsoft.com/office/drawing/2014/main" id="{51D00EB2-82E8-2843-A074-1076D0975ABF}"/>
              </a:ext>
            </a:extLst>
          </p:cNvPr>
          <p:cNvSpPr>
            <a:spLocks noGrp="1"/>
          </p:cNvSpPr>
          <p:nvPr>
            <p:ph type="pic" sz="quarter" idx="29" hasCustomPrompt="1"/>
          </p:nvPr>
        </p:nvSpPr>
        <p:spPr>
          <a:xfrm>
            <a:off x="5378431" y="2206545"/>
            <a:ext cx="1512888" cy="1512000"/>
          </a:xfrm>
          <a:prstGeom prst="rect">
            <a:avLst/>
          </a:prstGeom>
        </p:spPr>
        <p:txBody>
          <a:bodyPr>
            <a:noAutofit/>
          </a:bodyPr>
          <a:lstStyle>
            <a:lvl1pPr marL="0" indent="0">
              <a:buNone/>
              <a:defRPr sz="1200"/>
            </a:lvl1pPr>
          </a:lstStyle>
          <a:p>
            <a:r>
              <a:rPr lang="fr-CA"/>
              <a:t>Cliquez sur l'icône pour ajouter une image</a:t>
            </a:r>
            <a:endParaRPr lang="fr-FR" dirty="0"/>
          </a:p>
        </p:txBody>
      </p:sp>
      <p:sp>
        <p:nvSpPr>
          <p:cNvPr id="48" name="Espace réservé du texte 5">
            <a:extLst>
              <a:ext uri="{FF2B5EF4-FFF2-40B4-BE49-F238E27FC236}">
                <a16:creationId xmlns:a16="http://schemas.microsoft.com/office/drawing/2014/main" id="{22520BB7-44E3-AB4D-B164-EF25D8DAD6D0}"/>
              </a:ext>
            </a:extLst>
          </p:cNvPr>
          <p:cNvSpPr>
            <a:spLocks noGrp="1"/>
          </p:cNvSpPr>
          <p:nvPr>
            <p:ph type="body" sz="quarter" idx="30" hasCustomPrompt="1"/>
          </p:nvPr>
        </p:nvSpPr>
        <p:spPr>
          <a:xfrm>
            <a:off x="5375275" y="3839343"/>
            <a:ext cx="1519200" cy="391552"/>
          </a:xfrm>
          <a:prstGeom prst="rect">
            <a:avLst/>
          </a:prstGeom>
        </p:spPr>
        <p:txBody>
          <a:bodyPr lIns="0" tIns="0" rIns="0" bIns="0" anchor="ctr">
            <a:noAutofit/>
          </a:bodyPr>
          <a:lstStyle>
            <a:lvl1pPr marL="0" indent="0" algn="ctr">
              <a:spcBef>
                <a:spcPts val="0"/>
              </a:spcBef>
              <a:buNone/>
              <a:defRPr sz="1400" b="1">
                <a:solidFill>
                  <a:schemeClr val="tx1"/>
                </a:solidFill>
              </a:defRPr>
            </a:lvl1pPr>
            <a:lvl4pPr marL="1371600" indent="0">
              <a:buNone/>
              <a:defRPr/>
            </a:lvl4pPr>
          </a:lstStyle>
          <a:p>
            <a:pPr lvl="0"/>
            <a:r>
              <a:rPr lang="en-CA" dirty="0"/>
              <a:t>Name</a:t>
            </a:r>
          </a:p>
        </p:txBody>
      </p:sp>
      <p:sp>
        <p:nvSpPr>
          <p:cNvPr id="49" name="Espace réservé du texte 5">
            <a:extLst>
              <a:ext uri="{FF2B5EF4-FFF2-40B4-BE49-F238E27FC236}">
                <a16:creationId xmlns:a16="http://schemas.microsoft.com/office/drawing/2014/main" id="{EF8F210A-69BC-0341-9730-34FC399FB3C7}"/>
              </a:ext>
            </a:extLst>
          </p:cNvPr>
          <p:cNvSpPr>
            <a:spLocks noGrp="1"/>
          </p:cNvSpPr>
          <p:nvPr>
            <p:ph type="body" sz="quarter" idx="31" hasCustomPrompt="1"/>
          </p:nvPr>
        </p:nvSpPr>
        <p:spPr>
          <a:xfrm>
            <a:off x="5375275" y="4307761"/>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CA" dirty="0"/>
              <a:t>Role</a:t>
            </a:r>
          </a:p>
        </p:txBody>
      </p:sp>
      <p:sp>
        <p:nvSpPr>
          <p:cNvPr id="50" name="Espace réservé pour une image  5">
            <a:extLst>
              <a:ext uri="{FF2B5EF4-FFF2-40B4-BE49-F238E27FC236}">
                <a16:creationId xmlns:a16="http://schemas.microsoft.com/office/drawing/2014/main" id="{B42152F6-1866-7942-AD47-EA9F9115930B}"/>
              </a:ext>
            </a:extLst>
          </p:cNvPr>
          <p:cNvSpPr>
            <a:spLocks noGrp="1"/>
          </p:cNvSpPr>
          <p:nvPr>
            <p:ph type="pic" sz="quarter" idx="32" hasCustomPrompt="1"/>
          </p:nvPr>
        </p:nvSpPr>
        <p:spPr>
          <a:xfrm>
            <a:off x="7646969" y="2206545"/>
            <a:ext cx="1512888" cy="1512000"/>
          </a:xfrm>
          <a:prstGeom prst="rect">
            <a:avLst/>
          </a:prstGeom>
        </p:spPr>
        <p:txBody>
          <a:bodyPr>
            <a:noAutofit/>
          </a:bodyPr>
          <a:lstStyle>
            <a:lvl1pPr marL="0" indent="0">
              <a:buNone/>
              <a:defRPr sz="1200"/>
            </a:lvl1pPr>
          </a:lstStyle>
          <a:p>
            <a:r>
              <a:rPr lang="fr-CA"/>
              <a:t>Cliquez sur l'icône pour ajouter une image</a:t>
            </a:r>
            <a:endParaRPr lang="fr-FR" dirty="0"/>
          </a:p>
        </p:txBody>
      </p:sp>
      <p:sp>
        <p:nvSpPr>
          <p:cNvPr id="51" name="Espace réservé du texte 5">
            <a:extLst>
              <a:ext uri="{FF2B5EF4-FFF2-40B4-BE49-F238E27FC236}">
                <a16:creationId xmlns:a16="http://schemas.microsoft.com/office/drawing/2014/main" id="{706B3FDE-7B3F-6240-B1F1-2183E848D8D9}"/>
              </a:ext>
            </a:extLst>
          </p:cNvPr>
          <p:cNvSpPr>
            <a:spLocks noGrp="1"/>
          </p:cNvSpPr>
          <p:nvPr>
            <p:ph type="body" sz="quarter" idx="33" hasCustomPrompt="1"/>
          </p:nvPr>
        </p:nvSpPr>
        <p:spPr>
          <a:xfrm>
            <a:off x="7643813" y="3839343"/>
            <a:ext cx="1519200" cy="391552"/>
          </a:xfrm>
          <a:prstGeom prst="rect">
            <a:avLst/>
          </a:prstGeom>
        </p:spPr>
        <p:txBody>
          <a:bodyPr lIns="0" tIns="0" rIns="0" bIns="0" anchor="ctr">
            <a:noAutofit/>
          </a:bodyPr>
          <a:lstStyle>
            <a:lvl1pPr marL="0" indent="0" algn="ctr">
              <a:spcBef>
                <a:spcPts val="0"/>
              </a:spcBef>
              <a:buNone/>
              <a:defRPr sz="1400" b="1">
                <a:solidFill>
                  <a:schemeClr val="tx1"/>
                </a:solidFill>
              </a:defRPr>
            </a:lvl1pPr>
            <a:lvl4pPr marL="1371600" indent="0">
              <a:buNone/>
              <a:defRPr/>
            </a:lvl4pPr>
          </a:lstStyle>
          <a:p>
            <a:pPr lvl="0"/>
            <a:r>
              <a:rPr lang="en-CA" dirty="0"/>
              <a:t>Name</a:t>
            </a:r>
          </a:p>
        </p:txBody>
      </p:sp>
      <p:sp>
        <p:nvSpPr>
          <p:cNvPr id="52" name="Espace réservé du texte 5">
            <a:extLst>
              <a:ext uri="{FF2B5EF4-FFF2-40B4-BE49-F238E27FC236}">
                <a16:creationId xmlns:a16="http://schemas.microsoft.com/office/drawing/2014/main" id="{1BDDCDC0-26C5-784E-B047-A360BCEA4566}"/>
              </a:ext>
            </a:extLst>
          </p:cNvPr>
          <p:cNvSpPr>
            <a:spLocks noGrp="1"/>
          </p:cNvSpPr>
          <p:nvPr>
            <p:ph type="body" sz="quarter" idx="34" hasCustomPrompt="1"/>
          </p:nvPr>
        </p:nvSpPr>
        <p:spPr>
          <a:xfrm>
            <a:off x="7643813" y="4307761"/>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CA" dirty="0"/>
              <a:t>Role</a:t>
            </a:r>
          </a:p>
        </p:txBody>
      </p:sp>
      <p:sp>
        <p:nvSpPr>
          <p:cNvPr id="53" name="Espace réservé pour une image  5">
            <a:extLst>
              <a:ext uri="{FF2B5EF4-FFF2-40B4-BE49-F238E27FC236}">
                <a16:creationId xmlns:a16="http://schemas.microsoft.com/office/drawing/2014/main" id="{A2EF995F-6F18-1E48-A0F5-E0CA9BBFE91F}"/>
              </a:ext>
            </a:extLst>
          </p:cNvPr>
          <p:cNvSpPr>
            <a:spLocks noGrp="1"/>
          </p:cNvSpPr>
          <p:nvPr>
            <p:ph type="pic" sz="quarter" idx="35" hasCustomPrompt="1"/>
          </p:nvPr>
        </p:nvSpPr>
        <p:spPr>
          <a:xfrm>
            <a:off x="9915506" y="2206544"/>
            <a:ext cx="1512888" cy="1512000"/>
          </a:xfrm>
          <a:prstGeom prst="rect">
            <a:avLst/>
          </a:prstGeom>
        </p:spPr>
        <p:txBody>
          <a:bodyPr>
            <a:noAutofit/>
          </a:bodyPr>
          <a:lstStyle>
            <a:lvl1pPr marL="0" indent="0">
              <a:buNone/>
              <a:defRPr sz="1200"/>
            </a:lvl1pPr>
          </a:lstStyle>
          <a:p>
            <a:r>
              <a:rPr lang="fr-CA"/>
              <a:t>Cliquez sur l'icône pour ajouter une image</a:t>
            </a:r>
            <a:endParaRPr lang="fr-FR" dirty="0"/>
          </a:p>
        </p:txBody>
      </p:sp>
      <p:sp>
        <p:nvSpPr>
          <p:cNvPr id="54" name="Espace réservé du texte 5">
            <a:extLst>
              <a:ext uri="{FF2B5EF4-FFF2-40B4-BE49-F238E27FC236}">
                <a16:creationId xmlns:a16="http://schemas.microsoft.com/office/drawing/2014/main" id="{47994C68-BBD0-6A47-8531-AC9859E8A389}"/>
              </a:ext>
            </a:extLst>
          </p:cNvPr>
          <p:cNvSpPr>
            <a:spLocks noGrp="1"/>
          </p:cNvSpPr>
          <p:nvPr>
            <p:ph type="body" sz="quarter" idx="36" hasCustomPrompt="1"/>
          </p:nvPr>
        </p:nvSpPr>
        <p:spPr>
          <a:xfrm>
            <a:off x="9912350" y="3839342"/>
            <a:ext cx="1519200" cy="391552"/>
          </a:xfrm>
          <a:prstGeom prst="rect">
            <a:avLst/>
          </a:prstGeom>
        </p:spPr>
        <p:txBody>
          <a:bodyPr lIns="0" tIns="0" rIns="0" bIns="0" anchor="ctr">
            <a:noAutofit/>
          </a:bodyPr>
          <a:lstStyle>
            <a:lvl1pPr marL="0" indent="0" algn="ctr">
              <a:spcBef>
                <a:spcPts val="0"/>
              </a:spcBef>
              <a:buNone/>
              <a:defRPr sz="1400" b="1">
                <a:solidFill>
                  <a:schemeClr val="tx1"/>
                </a:solidFill>
              </a:defRPr>
            </a:lvl1pPr>
            <a:lvl4pPr marL="1371600" indent="0">
              <a:buNone/>
              <a:defRPr/>
            </a:lvl4pPr>
          </a:lstStyle>
          <a:p>
            <a:pPr lvl="0"/>
            <a:r>
              <a:rPr lang="en-CA" dirty="0"/>
              <a:t>Name</a:t>
            </a:r>
          </a:p>
        </p:txBody>
      </p:sp>
      <p:sp>
        <p:nvSpPr>
          <p:cNvPr id="55" name="Espace réservé du texte 5">
            <a:extLst>
              <a:ext uri="{FF2B5EF4-FFF2-40B4-BE49-F238E27FC236}">
                <a16:creationId xmlns:a16="http://schemas.microsoft.com/office/drawing/2014/main" id="{09C1574A-363A-EE48-B9A1-4BE9E7A90DCA}"/>
              </a:ext>
            </a:extLst>
          </p:cNvPr>
          <p:cNvSpPr>
            <a:spLocks noGrp="1"/>
          </p:cNvSpPr>
          <p:nvPr>
            <p:ph type="body" sz="quarter" idx="37" hasCustomPrompt="1"/>
          </p:nvPr>
        </p:nvSpPr>
        <p:spPr>
          <a:xfrm>
            <a:off x="9912350" y="4307760"/>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CA" dirty="0"/>
              <a:t>Role</a:t>
            </a:r>
          </a:p>
        </p:txBody>
      </p:sp>
      <p:sp>
        <p:nvSpPr>
          <p:cNvPr id="20" name="Titre 1">
            <a:extLst>
              <a:ext uri="{FF2B5EF4-FFF2-40B4-BE49-F238E27FC236}">
                <a16:creationId xmlns:a16="http://schemas.microsoft.com/office/drawing/2014/main" id="{FCE2C510-3773-D94D-B183-17C419A0D8BD}"/>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dirty="0"/>
              <a:t>Team</a:t>
            </a:r>
          </a:p>
        </p:txBody>
      </p:sp>
    </p:spTree>
    <p:extLst>
      <p:ext uri="{BB962C8B-B14F-4D97-AF65-F5344CB8AC3E}">
        <p14:creationId xmlns:p14="http://schemas.microsoft.com/office/powerpoint/2010/main" val="192070235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am - 10">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3360BE23-CA16-4146-BB98-805987ADAD06}"/>
              </a:ext>
            </a:extLst>
          </p:cNvPr>
          <p:cNvSpPr>
            <a:spLocks noGrp="1"/>
          </p:cNvSpPr>
          <p:nvPr>
            <p:ph type="sldNum" sz="quarter" idx="10"/>
          </p:nvPr>
        </p:nvSpPr>
        <p:spPr/>
        <p:txBody>
          <a:bodyPr>
            <a:noAutofit/>
          </a:bodyPr>
          <a:lstStyle/>
          <a:p>
            <a:fld id="{525A3C56-E491-49B2-93F3-63532DF516BC}" type="slidenum">
              <a:rPr lang="en-CA" smtClean="0"/>
              <a:pPr/>
              <a:t>‹#›</a:t>
            </a:fld>
            <a:endParaRPr lang="en-CA" dirty="0"/>
          </a:p>
        </p:txBody>
      </p:sp>
      <p:sp>
        <p:nvSpPr>
          <p:cNvPr id="66" name="Espace réservé pour une image  5">
            <a:extLst>
              <a:ext uri="{FF2B5EF4-FFF2-40B4-BE49-F238E27FC236}">
                <a16:creationId xmlns:a16="http://schemas.microsoft.com/office/drawing/2014/main" id="{EE786B5B-ADB1-914E-B22C-446987A74902}"/>
              </a:ext>
            </a:extLst>
          </p:cNvPr>
          <p:cNvSpPr>
            <a:spLocks noGrp="1" noChangeAspect="1"/>
          </p:cNvSpPr>
          <p:nvPr>
            <p:ph type="pic" sz="quarter" idx="57" hasCustomPrompt="1"/>
          </p:nvPr>
        </p:nvSpPr>
        <p:spPr>
          <a:xfrm>
            <a:off x="772630" y="1505036"/>
            <a:ext cx="1332000" cy="1332000"/>
          </a:xfrm>
          <a:prstGeom prst="rect">
            <a:avLst/>
          </a:prstGeom>
        </p:spPr>
        <p:txBody>
          <a:bodyPr>
            <a:noAutofit/>
          </a:bodyPr>
          <a:lstStyle>
            <a:lvl1pPr marL="0" indent="0">
              <a:buNone/>
              <a:defRPr sz="1200"/>
            </a:lvl1pPr>
          </a:lstStyle>
          <a:p>
            <a:r>
              <a:rPr lang="fr-CA"/>
              <a:t>Cliquez sur l'icône pour ajouter une image</a:t>
            </a:r>
            <a:endParaRPr lang="fr-FR" dirty="0"/>
          </a:p>
        </p:txBody>
      </p:sp>
      <p:sp>
        <p:nvSpPr>
          <p:cNvPr id="67" name="Espace réservé du texte 5">
            <a:extLst>
              <a:ext uri="{FF2B5EF4-FFF2-40B4-BE49-F238E27FC236}">
                <a16:creationId xmlns:a16="http://schemas.microsoft.com/office/drawing/2014/main" id="{3D2BFFA9-A0BB-4141-A691-E3BF1DB263B2}"/>
              </a:ext>
            </a:extLst>
          </p:cNvPr>
          <p:cNvSpPr>
            <a:spLocks noGrp="1"/>
          </p:cNvSpPr>
          <p:nvPr>
            <p:ph type="body" sz="quarter" idx="58" hasCustomPrompt="1"/>
          </p:nvPr>
        </p:nvSpPr>
        <p:spPr>
          <a:xfrm>
            <a:off x="772630" y="3245733"/>
            <a:ext cx="1332000" cy="504000"/>
          </a:xfrm>
          <a:prstGeom prst="rect">
            <a:avLst/>
          </a:prstGeom>
        </p:spPr>
        <p:txBody>
          <a:bodyPr lIns="0" tIns="0" rIns="0" bIns="0">
            <a:noAutofit/>
          </a:bodyPr>
          <a:lstStyle>
            <a:lvl1pPr marL="17145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CA" dirty="0"/>
              <a:t>Title</a:t>
            </a:r>
          </a:p>
        </p:txBody>
      </p:sp>
      <p:sp>
        <p:nvSpPr>
          <p:cNvPr id="68" name="Espace réservé du texte 5">
            <a:extLst>
              <a:ext uri="{FF2B5EF4-FFF2-40B4-BE49-F238E27FC236}">
                <a16:creationId xmlns:a16="http://schemas.microsoft.com/office/drawing/2014/main" id="{4624AFB6-631A-A342-BBEB-E9490E4283E4}"/>
              </a:ext>
            </a:extLst>
          </p:cNvPr>
          <p:cNvSpPr>
            <a:spLocks noGrp="1"/>
          </p:cNvSpPr>
          <p:nvPr>
            <p:ph type="body" sz="quarter" idx="59" hasCustomPrompt="1"/>
          </p:nvPr>
        </p:nvSpPr>
        <p:spPr>
          <a:xfrm>
            <a:off x="772630" y="2865775"/>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CA" dirty="0"/>
              <a:t>Name</a:t>
            </a:r>
          </a:p>
        </p:txBody>
      </p:sp>
      <p:sp>
        <p:nvSpPr>
          <p:cNvPr id="111" name="Espace réservé pour une image  5">
            <a:extLst>
              <a:ext uri="{FF2B5EF4-FFF2-40B4-BE49-F238E27FC236}">
                <a16:creationId xmlns:a16="http://schemas.microsoft.com/office/drawing/2014/main" id="{8E0BCA09-C5BF-D843-872B-821AF2D8187C}"/>
              </a:ext>
            </a:extLst>
          </p:cNvPr>
          <p:cNvSpPr>
            <a:spLocks noGrp="1" noChangeAspect="1"/>
          </p:cNvSpPr>
          <p:nvPr>
            <p:ph type="pic" sz="quarter" idx="60" hasCustomPrompt="1"/>
          </p:nvPr>
        </p:nvSpPr>
        <p:spPr>
          <a:xfrm>
            <a:off x="772630" y="3856188"/>
            <a:ext cx="1332000" cy="1332000"/>
          </a:xfrm>
          <a:prstGeom prst="rect">
            <a:avLst/>
          </a:prstGeom>
        </p:spPr>
        <p:txBody>
          <a:bodyPr>
            <a:noAutofit/>
          </a:bodyPr>
          <a:lstStyle>
            <a:lvl1pPr marL="0" indent="0">
              <a:spcBef>
                <a:spcPts val="0"/>
              </a:spcBef>
              <a:buNone/>
              <a:defRPr sz="1200"/>
            </a:lvl1pPr>
          </a:lstStyle>
          <a:p>
            <a:r>
              <a:rPr lang="fr-CA"/>
              <a:t>Cliquez sur l'icône pour ajouter une image</a:t>
            </a:r>
            <a:endParaRPr lang="fr-FR" dirty="0"/>
          </a:p>
        </p:txBody>
      </p:sp>
      <p:sp>
        <p:nvSpPr>
          <p:cNvPr id="112" name="Espace réservé du texte 5">
            <a:extLst>
              <a:ext uri="{FF2B5EF4-FFF2-40B4-BE49-F238E27FC236}">
                <a16:creationId xmlns:a16="http://schemas.microsoft.com/office/drawing/2014/main" id="{F0985BBD-C1F4-4B4A-937A-6E61D3A1806F}"/>
              </a:ext>
            </a:extLst>
          </p:cNvPr>
          <p:cNvSpPr>
            <a:spLocks noGrp="1"/>
          </p:cNvSpPr>
          <p:nvPr>
            <p:ph type="body" sz="quarter" idx="61" hasCustomPrompt="1"/>
          </p:nvPr>
        </p:nvSpPr>
        <p:spPr>
          <a:xfrm>
            <a:off x="772630" y="5595681"/>
            <a:ext cx="1332000" cy="501320"/>
          </a:xfrm>
          <a:prstGeom prst="rect">
            <a:avLst/>
          </a:prstGeom>
        </p:spPr>
        <p:txBody>
          <a:bodyPr lIns="0" tIns="0" rIns="0" bIns="0">
            <a:noAutofit/>
          </a:bodyPr>
          <a:lstStyle>
            <a:lvl1pPr marL="17145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CA" dirty="0"/>
              <a:t>Title</a:t>
            </a:r>
          </a:p>
        </p:txBody>
      </p:sp>
      <p:sp>
        <p:nvSpPr>
          <p:cNvPr id="113" name="Espace réservé du texte 5">
            <a:extLst>
              <a:ext uri="{FF2B5EF4-FFF2-40B4-BE49-F238E27FC236}">
                <a16:creationId xmlns:a16="http://schemas.microsoft.com/office/drawing/2014/main" id="{7C357D04-4C41-B242-B5E6-B881823FF24B}"/>
              </a:ext>
            </a:extLst>
          </p:cNvPr>
          <p:cNvSpPr>
            <a:spLocks noGrp="1"/>
          </p:cNvSpPr>
          <p:nvPr>
            <p:ph type="body" sz="quarter" idx="62" hasCustomPrompt="1"/>
          </p:nvPr>
        </p:nvSpPr>
        <p:spPr>
          <a:xfrm>
            <a:off x="772630" y="5212077"/>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CA" dirty="0"/>
              <a:t>Name</a:t>
            </a:r>
          </a:p>
        </p:txBody>
      </p:sp>
      <p:sp>
        <p:nvSpPr>
          <p:cNvPr id="41" name="Espace réservé pour une image  5">
            <a:extLst>
              <a:ext uri="{FF2B5EF4-FFF2-40B4-BE49-F238E27FC236}">
                <a16:creationId xmlns:a16="http://schemas.microsoft.com/office/drawing/2014/main" id="{B53C58A7-88E3-BC47-A71C-C4CDDA0CF2D1}"/>
              </a:ext>
            </a:extLst>
          </p:cNvPr>
          <p:cNvSpPr>
            <a:spLocks noGrp="1" noChangeAspect="1"/>
          </p:cNvSpPr>
          <p:nvPr>
            <p:ph type="pic" sz="quarter" idx="63" hasCustomPrompt="1"/>
          </p:nvPr>
        </p:nvSpPr>
        <p:spPr>
          <a:xfrm>
            <a:off x="3096923" y="1513387"/>
            <a:ext cx="1332000" cy="1332000"/>
          </a:xfrm>
          <a:prstGeom prst="rect">
            <a:avLst/>
          </a:prstGeom>
        </p:spPr>
        <p:txBody>
          <a:bodyPr>
            <a:noAutofit/>
          </a:bodyPr>
          <a:lstStyle>
            <a:lvl1pPr marL="0" indent="0">
              <a:buNone/>
              <a:defRPr sz="1200"/>
            </a:lvl1pPr>
          </a:lstStyle>
          <a:p>
            <a:r>
              <a:rPr lang="fr-CA"/>
              <a:t>Cliquez sur l'icône pour ajouter une image</a:t>
            </a:r>
            <a:endParaRPr lang="fr-FR" dirty="0"/>
          </a:p>
        </p:txBody>
      </p:sp>
      <p:sp>
        <p:nvSpPr>
          <p:cNvPr id="42" name="Espace réservé du texte 5">
            <a:extLst>
              <a:ext uri="{FF2B5EF4-FFF2-40B4-BE49-F238E27FC236}">
                <a16:creationId xmlns:a16="http://schemas.microsoft.com/office/drawing/2014/main" id="{FD802FA2-99DC-FF40-BA3E-663B446CFFF6}"/>
              </a:ext>
            </a:extLst>
          </p:cNvPr>
          <p:cNvSpPr>
            <a:spLocks noGrp="1"/>
          </p:cNvSpPr>
          <p:nvPr>
            <p:ph type="body" sz="quarter" idx="64" hasCustomPrompt="1"/>
          </p:nvPr>
        </p:nvSpPr>
        <p:spPr>
          <a:xfrm>
            <a:off x="3096923" y="3245733"/>
            <a:ext cx="1332000" cy="504000"/>
          </a:xfrm>
          <a:prstGeom prst="rect">
            <a:avLst/>
          </a:prstGeom>
        </p:spPr>
        <p:txBody>
          <a:bodyPr lIns="0" tIns="0" rIns="0" bIns="0">
            <a:noAutofit/>
          </a:bodyPr>
          <a:lstStyle>
            <a:lvl1pPr marL="17145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CA" dirty="0"/>
              <a:t>Title</a:t>
            </a:r>
          </a:p>
        </p:txBody>
      </p:sp>
      <p:sp>
        <p:nvSpPr>
          <p:cNvPr id="43" name="Espace réservé du texte 5">
            <a:extLst>
              <a:ext uri="{FF2B5EF4-FFF2-40B4-BE49-F238E27FC236}">
                <a16:creationId xmlns:a16="http://schemas.microsoft.com/office/drawing/2014/main" id="{51803403-26FF-B145-8A44-43BFC0B0D0E6}"/>
              </a:ext>
            </a:extLst>
          </p:cNvPr>
          <p:cNvSpPr>
            <a:spLocks noGrp="1"/>
          </p:cNvSpPr>
          <p:nvPr>
            <p:ph type="body" sz="quarter" idx="65" hasCustomPrompt="1"/>
          </p:nvPr>
        </p:nvSpPr>
        <p:spPr>
          <a:xfrm>
            <a:off x="3096923" y="2865775"/>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CA" dirty="0"/>
              <a:t>Name</a:t>
            </a:r>
          </a:p>
        </p:txBody>
      </p:sp>
      <p:sp>
        <p:nvSpPr>
          <p:cNvPr id="44" name="Espace réservé pour une image  5">
            <a:extLst>
              <a:ext uri="{FF2B5EF4-FFF2-40B4-BE49-F238E27FC236}">
                <a16:creationId xmlns:a16="http://schemas.microsoft.com/office/drawing/2014/main" id="{647C4664-4742-374A-A7E1-4F7610BDD3BB}"/>
              </a:ext>
            </a:extLst>
          </p:cNvPr>
          <p:cNvSpPr>
            <a:spLocks noGrp="1" noChangeAspect="1"/>
          </p:cNvSpPr>
          <p:nvPr>
            <p:ph type="pic" sz="quarter" idx="66" hasCustomPrompt="1"/>
          </p:nvPr>
        </p:nvSpPr>
        <p:spPr>
          <a:xfrm>
            <a:off x="3096923" y="3864539"/>
            <a:ext cx="1332000" cy="1332000"/>
          </a:xfrm>
          <a:prstGeom prst="rect">
            <a:avLst/>
          </a:prstGeom>
        </p:spPr>
        <p:txBody>
          <a:bodyPr>
            <a:noAutofit/>
          </a:bodyPr>
          <a:lstStyle>
            <a:lvl1pPr marL="0" indent="0">
              <a:spcBef>
                <a:spcPts val="0"/>
              </a:spcBef>
              <a:buNone/>
              <a:defRPr sz="1200"/>
            </a:lvl1pPr>
          </a:lstStyle>
          <a:p>
            <a:r>
              <a:rPr lang="fr-CA"/>
              <a:t>Cliquez sur l'icône pour ajouter une image</a:t>
            </a:r>
            <a:endParaRPr lang="fr-FR" dirty="0"/>
          </a:p>
        </p:txBody>
      </p:sp>
      <p:sp>
        <p:nvSpPr>
          <p:cNvPr id="45" name="Espace réservé du texte 5">
            <a:extLst>
              <a:ext uri="{FF2B5EF4-FFF2-40B4-BE49-F238E27FC236}">
                <a16:creationId xmlns:a16="http://schemas.microsoft.com/office/drawing/2014/main" id="{2B49B4A6-EB7B-724D-9F41-C0D8635DD6F8}"/>
              </a:ext>
            </a:extLst>
          </p:cNvPr>
          <p:cNvSpPr>
            <a:spLocks noGrp="1"/>
          </p:cNvSpPr>
          <p:nvPr>
            <p:ph type="body" sz="quarter" idx="67" hasCustomPrompt="1"/>
          </p:nvPr>
        </p:nvSpPr>
        <p:spPr>
          <a:xfrm>
            <a:off x="3096923" y="5595681"/>
            <a:ext cx="1332000" cy="501320"/>
          </a:xfrm>
          <a:prstGeom prst="rect">
            <a:avLst/>
          </a:prstGeom>
        </p:spPr>
        <p:txBody>
          <a:bodyPr lIns="0" tIns="0" rIns="0" bIns="0">
            <a:noAutofit/>
          </a:bodyPr>
          <a:lstStyle>
            <a:lvl1pPr marL="17145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CA" dirty="0"/>
              <a:t>Title</a:t>
            </a:r>
          </a:p>
        </p:txBody>
      </p:sp>
      <p:sp>
        <p:nvSpPr>
          <p:cNvPr id="46" name="Espace réservé du texte 5">
            <a:extLst>
              <a:ext uri="{FF2B5EF4-FFF2-40B4-BE49-F238E27FC236}">
                <a16:creationId xmlns:a16="http://schemas.microsoft.com/office/drawing/2014/main" id="{DDC3CED0-DAE8-FF41-AC58-6E4CC35051A6}"/>
              </a:ext>
            </a:extLst>
          </p:cNvPr>
          <p:cNvSpPr>
            <a:spLocks noGrp="1"/>
          </p:cNvSpPr>
          <p:nvPr>
            <p:ph type="body" sz="quarter" idx="68" hasCustomPrompt="1"/>
          </p:nvPr>
        </p:nvSpPr>
        <p:spPr>
          <a:xfrm>
            <a:off x="3096923" y="5212077"/>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CA" dirty="0"/>
              <a:t>Name</a:t>
            </a:r>
          </a:p>
        </p:txBody>
      </p:sp>
      <p:sp>
        <p:nvSpPr>
          <p:cNvPr id="47" name="Espace réservé pour une image  5">
            <a:extLst>
              <a:ext uri="{FF2B5EF4-FFF2-40B4-BE49-F238E27FC236}">
                <a16:creationId xmlns:a16="http://schemas.microsoft.com/office/drawing/2014/main" id="{3A1AF66A-0642-9546-9367-C4D7B11E0D2E}"/>
              </a:ext>
            </a:extLst>
          </p:cNvPr>
          <p:cNvSpPr>
            <a:spLocks noGrp="1" noChangeAspect="1"/>
          </p:cNvSpPr>
          <p:nvPr>
            <p:ph type="pic" sz="quarter" idx="69" hasCustomPrompt="1"/>
          </p:nvPr>
        </p:nvSpPr>
        <p:spPr>
          <a:xfrm>
            <a:off x="5431389" y="1513388"/>
            <a:ext cx="1332000" cy="1332000"/>
          </a:xfrm>
          <a:prstGeom prst="rect">
            <a:avLst/>
          </a:prstGeom>
        </p:spPr>
        <p:txBody>
          <a:bodyPr>
            <a:noAutofit/>
          </a:bodyPr>
          <a:lstStyle>
            <a:lvl1pPr marL="0" indent="0">
              <a:buNone/>
              <a:defRPr sz="1200"/>
            </a:lvl1pPr>
          </a:lstStyle>
          <a:p>
            <a:r>
              <a:rPr lang="fr-CA"/>
              <a:t>Cliquez sur l'icône pour ajouter une image</a:t>
            </a:r>
            <a:endParaRPr lang="fr-FR" dirty="0"/>
          </a:p>
        </p:txBody>
      </p:sp>
      <p:sp>
        <p:nvSpPr>
          <p:cNvPr id="48" name="Espace réservé du texte 5">
            <a:extLst>
              <a:ext uri="{FF2B5EF4-FFF2-40B4-BE49-F238E27FC236}">
                <a16:creationId xmlns:a16="http://schemas.microsoft.com/office/drawing/2014/main" id="{714E316F-3190-0549-BE7D-55D1581EA9DC}"/>
              </a:ext>
            </a:extLst>
          </p:cNvPr>
          <p:cNvSpPr>
            <a:spLocks noGrp="1"/>
          </p:cNvSpPr>
          <p:nvPr>
            <p:ph type="body" sz="quarter" idx="70" hasCustomPrompt="1"/>
          </p:nvPr>
        </p:nvSpPr>
        <p:spPr>
          <a:xfrm>
            <a:off x="5431389" y="3245733"/>
            <a:ext cx="1332000" cy="504000"/>
          </a:xfrm>
          <a:prstGeom prst="rect">
            <a:avLst/>
          </a:prstGeom>
        </p:spPr>
        <p:txBody>
          <a:bodyPr lIns="0" tIns="0" rIns="0" bIns="0">
            <a:noAutofit/>
          </a:bodyPr>
          <a:lstStyle>
            <a:lvl1pPr marL="17145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CA" dirty="0"/>
              <a:t>Title</a:t>
            </a:r>
          </a:p>
        </p:txBody>
      </p:sp>
      <p:sp>
        <p:nvSpPr>
          <p:cNvPr id="49" name="Espace réservé du texte 5">
            <a:extLst>
              <a:ext uri="{FF2B5EF4-FFF2-40B4-BE49-F238E27FC236}">
                <a16:creationId xmlns:a16="http://schemas.microsoft.com/office/drawing/2014/main" id="{C2D8EF22-B1DF-4344-8269-C27CA6ED9F65}"/>
              </a:ext>
            </a:extLst>
          </p:cNvPr>
          <p:cNvSpPr>
            <a:spLocks noGrp="1"/>
          </p:cNvSpPr>
          <p:nvPr>
            <p:ph type="body" sz="quarter" idx="71" hasCustomPrompt="1"/>
          </p:nvPr>
        </p:nvSpPr>
        <p:spPr>
          <a:xfrm>
            <a:off x="5431389" y="2865775"/>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CA" dirty="0"/>
              <a:t>Name</a:t>
            </a:r>
          </a:p>
        </p:txBody>
      </p:sp>
      <p:sp>
        <p:nvSpPr>
          <p:cNvPr id="50" name="Espace réservé pour une image  5">
            <a:extLst>
              <a:ext uri="{FF2B5EF4-FFF2-40B4-BE49-F238E27FC236}">
                <a16:creationId xmlns:a16="http://schemas.microsoft.com/office/drawing/2014/main" id="{9A1E6596-D7B1-084C-919F-05F806C50278}"/>
              </a:ext>
            </a:extLst>
          </p:cNvPr>
          <p:cNvSpPr>
            <a:spLocks noGrp="1" noChangeAspect="1"/>
          </p:cNvSpPr>
          <p:nvPr>
            <p:ph type="pic" sz="quarter" idx="72" hasCustomPrompt="1"/>
          </p:nvPr>
        </p:nvSpPr>
        <p:spPr>
          <a:xfrm>
            <a:off x="5431389" y="3864540"/>
            <a:ext cx="1332000" cy="1332000"/>
          </a:xfrm>
          <a:prstGeom prst="rect">
            <a:avLst/>
          </a:prstGeom>
        </p:spPr>
        <p:txBody>
          <a:bodyPr>
            <a:noAutofit/>
          </a:bodyPr>
          <a:lstStyle>
            <a:lvl1pPr marL="0" indent="0">
              <a:spcBef>
                <a:spcPts val="0"/>
              </a:spcBef>
              <a:buNone/>
              <a:defRPr sz="1200"/>
            </a:lvl1pPr>
          </a:lstStyle>
          <a:p>
            <a:r>
              <a:rPr lang="fr-CA"/>
              <a:t>Cliquez sur l'icône pour ajouter une image</a:t>
            </a:r>
            <a:endParaRPr lang="fr-FR" dirty="0"/>
          </a:p>
        </p:txBody>
      </p:sp>
      <p:sp>
        <p:nvSpPr>
          <p:cNvPr id="51" name="Espace réservé du texte 5">
            <a:extLst>
              <a:ext uri="{FF2B5EF4-FFF2-40B4-BE49-F238E27FC236}">
                <a16:creationId xmlns:a16="http://schemas.microsoft.com/office/drawing/2014/main" id="{50ABBD99-D126-1546-8798-2BAA7DB51490}"/>
              </a:ext>
            </a:extLst>
          </p:cNvPr>
          <p:cNvSpPr>
            <a:spLocks noGrp="1"/>
          </p:cNvSpPr>
          <p:nvPr>
            <p:ph type="body" sz="quarter" idx="73" hasCustomPrompt="1"/>
          </p:nvPr>
        </p:nvSpPr>
        <p:spPr>
          <a:xfrm>
            <a:off x="5431389" y="5595681"/>
            <a:ext cx="1332000" cy="501320"/>
          </a:xfrm>
          <a:prstGeom prst="rect">
            <a:avLst/>
          </a:prstGeom>
        </p:spPr>
        <p:txBody>
          <a:bodyPr lIns="0" tIns="0" rIns="0" bIns="0">
            <a:noAutofit/>
          </a:bodyPr>
          <a:lstStyle>
            <a:lvl1pPr marL="17145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CA" dirty="0"/>
              <a:t>Title</a:t>
            </a:r>
          </a:p>
        </p:txBody>
      </p:sp>
      <p:sp>
        <p:nvSpPr>
          <p:cNvPr id="52" name="Espace réservé du texte 5">
            <a:extLst>
              <a:ext uri="{FF2B5EF4-FFF2-40B4-BE49-F238E27FC236}">
                <a16:creationId xmlns:a16="http://schemas.microsoft.com/office/drawing/2014/main" id="{F8BBAB7A-0874-F142-A742-9D362302388F}"/>
              </a:ext>
            </a:extLst>
          </p:cNvPr>
          <p:cNvSpPr>
            <a:spLocks noGrp="1"/>
          </p:cNvSpPr>
          <p:nvPr>
            <p:ph type="body" sz="quarter" idx="74" hasCustomPrompt="1"/>
          </p:nvPr>
        </p:nvSpPr>
        <p:spPr>
          <a:xfrm>
            <a:off x="5431389" y="5212077"/>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CA" dirty="0"/>
              <a:t>Name</a:t>
            </a:r>
          </a:p>
        </p:txBody>
      </p:sp>
      <p:sp>
        <p:nvSpPr>
          <p:cNvPr id="53" name="Espace réservé pour une image  5">
            <a:extLst>
              <a:ext uri="{FF2B5EF4-FFF2-40B4-BE49-F238E27FC236}">
                <a16:creationId xmlns:a16="http://schemas.microsoft.com/office/drawing/2014/main" id="{E17433F2-ACBF-3D46-8718-C2A899DDC66E}"/>
              </a:ext>
            </a:extLst>
          </p:cNvPr>
          <p:cNvSpPr>
            <a:spLocks noGrp="1" noChangeAspect="1"/>
          </p:cNvSpPr>
          <p:nvPr>
            <p:ph type="pic" sz="quarter" idx="75" hasCustomPrompt="1"/>
          </p:nvPr>
        </p:nvSpPr>
        <p:spPr>
          <a:xfrm>
            <a:off x="7765801" y="1505036"/>
            <a:ext cx="1332000" cy="1332000"/>
          </a:xfrm>
          <a:prstGeom prst="rect">
            <a:avLst/>
          </a:prstGeom>
        </p:spPr>
        <p:txBody>
          <a:bodyPr>
            <a:noAutofit/>
          </a:bodyPr>
          <a:lstStyle>
            <a:lvl1pPr marL="0" indent="0">
              <a:buNone/>
              <a:defRPr sz="1200"/>
            </a:lvl1pPr>
          </a:lstStyle>
          <a:p>
            <a:r>
              <a:rPr lang="fr-CA"/>
              <a:t>Cliquez sur l'icône pour ajouter une image</a:t>
            </a:r>
            <a:endParaRPr lang="fr-FR" dirty="0"/>
          </a:p>
        </p:txBody>
      </p:sp>
      <p:sp>
        <p:nvSpPr>
          <p:cNvPr id="54" name="Espace réservé du texte 5">
            <a:extLst>
              <a:ext uri="{FF2B5EF4-FFF2-40B4-BE49-F238E27FC236}">
                <a16:creationId xmlns:a16="http://schemas.microsoft.com/office/drawing/2014/main" id="{86F25E95-9D1E-A245-8C5D-E1610A1BE5E9}"/>
              </a:ext>
            </a:extLst>
          </p:cNvPr>
          <p:cNvSpPr>
            <a:spLocks noGrp="1"/>
          </p:cNvSpPr>
          <p:nvPr>
            <p:ph type="body" sz="quarter" idx="76" hasCustomPrompt="1"/>
          </p:nvPr>
        </p:nvSpPr>
        <p:spPr>
          <a:xfrm>
            <a:off x="7765801" y="3245733"/>
            <a:ext cx="1332000" cy="504000"/>
          </a:xfrm>
          <a:prstGeom prst="rect">
            <a:avLst/>
          </a:prstGeom>
        </p:spPr>
        <p:txBody>
          <a:bodyPr lIns="0" tIns="0" rIns="0" bIns="0">
            <a:noAutofit/>
          </a:bodyPr>
          <a:lstStyle>
            <a:lvl1pPr marL="17145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CA" dirty="0"/>
              <a:t>Title</a:t>
            </a:r>
          </a:p>
        </p:txBody>
      </p:sp>
      <p:sp>
        <p:nvSpPr>
          <p:cNvPr id="55" name="Espace réservé du texte 5">
            <a:extLst>
              <a:ext uri="{FF2B5EF4-FFF2-40B4-BE49-F238E27FC236}">
                <a16:creationId xmlns:a16="http://schemas.microsoft.com/office/drawing/2014/main" id="{B6631680-32C8-034C-BF09-79FF3D93A1A9}"/>
              </a:ext>
            </a:extLst>
          </p:cNvPr>
          <p:cNvSpPr>
            <a:spLocks noGrp="1"/>
          </p:cNvSpPr>
          <p:nvPr>
            <p:ph type="body" sz="quarter" idx="77" hasCustomPrompt="1"/>
          </p:nvPr>
        </p:nvSpPr>
        <p:spPr>
          <a:xfrm>
            <a:off x="7765801" y="2865775"/>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CA" dirty="0"/>
              <a:t>Name</a:t>
            </a:r>
          </a:p>
        </p:txBody>
      </p:sp>
      <p:sp>
        <p:nvSpPr>
          <p:cNvPr id="56" name="Espace réservé pour une image  5">
            <a:extLst>
              <a:ext uri="{FF2B5EF4-FFF2-40B4-BE49-F238E27FC236}">
                <a16:creationId xmlns:a16="http://schemas.microsoft.com/office/drawing/2014/main" id="{C0FF4D73-45DC-334F-8DBD-DBF3F5724457}"/>
              </a:ext>
            </a:extLst>
          </p:cNvPr>
          <p:cNvSpPr>
            <a:spLocks noGrp="1" noChangeAspect="1"/>
          </p:cNvSpPr>
          <p:nvPr>
            <p:ph type="pic" sz="quarter" idx="78" hasCustomPrompt="1"/>
          </p:nvPr>
        </p:nvSpPr>
        <p:spPr>
          <a:xfrm>
            <a:off x="7765801" y="3856188"/>
            <a:ext cx="1332000" cy="1332000"/>
          </a:xfrm>
          <a:prstGeom prst="rect">
            <a:avLst/>
          </a:prstGeom>
        </p:spPr>
        <p:txBody>
          <a:bodyPr>
            <a:noAutofit/>
          </a:bodyPr>
          <a:lstStyle>
            <a:lvl1pPr marL="0" indent="0">
              <a:spcBef>
                <a:spcPts val="0"/>
              </a:spcBef>
              <a:buNone/>
              <a:defRPr sz="1200"/>
            </a:lvl1pPr>
          </a:lstStyle>
          <a:p>
            <a:r>
              <a:rPr lang="fr-CA"/>
              <a:t>Cliquez sur l'icône pour ajouter une image</a:t>
            </a:r>
            <a:endParaRPr lang="fr-FR" dirty="0"/>
          </a:p>
        </p:txBody>
      </p:sp>
      <p:sp>
        <p:nvSpPr>
          <p:cNvPr id="57" name="Espace réservé du texte 5">
            <a:extLst>
              <a:ext uri="{FF2B5EF4-FFF2-40B4-BE49-F238E27FC236}">
                <a16:creationId xmlns:a16="http://schemas.microsoft.com/office/drawing/2014/main" id="{E91127D2-B259-8345-889C-202ACB849300}"/>
              </a:ext>
            </a:extLst>
          </p:cNvPr>
          <p:cNvSpPr>
            <a:spLocks noGrp="1"/>
          </p:cNvSpPr>
          <p:nvPr>
            <p:ph type="body" sz="quarter" idx="79" hasCustomPrompt="1"/>
          </p:nvPr>
        </p:nvSpPr>
        <p:spPr>
          <a:xfrm>
            <a:off x="7765801" y="5595681"/>
            <a:ext cx="1332000" cy="501320"/>
          </a:xfrm>
          <a:prstGeom prst="rect">
            <a:avLst/>
          </a:prstGeom>
        </p:spPr>
        <p:txBody>
          <a:bodyPr lIns="0" tIns="0" rIns="0" bIns="0">
            <a:noAutofit/>
          </a:bodyPr>
          <a:lstStyle>
            <a:lvl1pPr marL="17145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CA" dirty="0"/>
              <a:t>Title</a:t>
            </a:r>
          </a:p>
        </p:txBody>
      </p:sp>
      <p:sp>
        <p:nvSpPr>
          <p:cNvPr id="58" name="Espace réservé du texte 5">
            <a:extLst>
              <a:ext uri="{FF2B5EF4-FFF2-40B4-BE49-F238E27FC236}">
                <a16:creationId xmlns:a16="http://schemas.microsoft.com/office/drawing/2014/main" id="{996D847F-688A-E048-ADEC-9FEF4146952C}"/>
              </a:ext>
            </a:extLst>
          </p:cNvPr>
          <p:cNvSpPr>
            <a:spLocks noGrp="1"/>
          </p:cNvSpPr>
          <p:nvPr>
            <p:ph type="body" sz="quarter" idx="80" hasCustomPrompt="1"/>
          </p:nvPr>
        </p:nvSpPr>
        <p:spPr>
          <a:xfrm>
            <a:off x="7765801" y="5212077"/>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CA" dirty="0"/>
              <a:t>Name</a:t>
            </a:r>
          </a:p>
        </p:txBody>
      </p:sp>
      <p:sp>
        <p:nvSpPr>
          <p:cNvPr id="59" name="Espace réservé pour une image  5">
            <a:extLst>
              <a:ext uri="{FF2B5EF4-FFF2-40B4-BE49-F238E27FC236}">
                <a16:creationId xmlns:a16="http://schemas.microsoft.com/office/drawing/2014/main" id="{EBF1FE4E-843B-BF42-82CC-5BD49C517620}"/>
              </a:ext>
            </a:extLst>
          </p:cNvPr>
          <p:cNvSpPr>
            <a:spLocks noGrp="1" noChangeAspect="1"/>
          </p:cNvSpPr>
          <p:nvPr>
            <p:ph type="pic" sz="quarter" idx="81" hasCustomPrompt="1"/>
          </p:nvPr>
        </p:nvSpPr>
        <p:spPr>
          <a:xfrm>
            <a:off x="10093238" y="1505036"/>
            <a:ext cx="1332000" cy="1332000"/>
          </a:xfrm>
          <a:prstGeom prst="rect">
            <a:avLst/>
          </a:prstGeom>
        </p:spPr>
        <p:txBody>
          <a:bodyPr>
            <a:noAutofit/>
          </a:bodyPr>
          <a:lstStyle>
            <a:lvl1pPr marL="0" indent="0">
              <a:buNone/>
              <a:defRPr sz="1200"/>
            </a:lvl1pPr>
          </a:lstStyle>
          <a:p>
            <a:r>
              <a:rPr lang="fr-CA"/>
              <a:t>Cliquez sur l'icône pour ajouter une image</a:t>
            </a:r>
            <a:endParaRPr lang="fr-FR" dirty="0"/>
          </a:p>
        </p:txBody>
      </p:sp>
      <p:sp>
        <p:nvSpPr>
          <p:cNvPr id="60" name="Espace réservé du texte 5">
            <a:extLst>
              <a:ext uri="{FF2B5EF4-FFF2-40B4-BE49-F238E27FC236}">
                <a16:creationId xmlns:a16="http://schemas.microsoft.com/office/drawing/2014/main" id="{1262C7B6-6252-C642-B297-716226E379CD}"/>
              </a:ext>
            </a:extLst>
          </p:cNvPr>
          <p:cNvSpPr>
            <a:spLocks noGrp="1"/>
          </p:cNvSpPr>
          <p:nvPr>
            <p:ph type="body" sz="quarter" idx="82" hasCustomPrompt="1"/>
          </p:nvPr>
        </p:nvSpPr>
        <p:spPr>
          <a:xfrm>
            <a:off x="10093238" y="3245733"/>
            <a:ext cx="1332000" cy="504000"/>
          </a:xfrm>
          <a:prstGeom prst="rect">
            <a:avLst/>
          </a:prstGeom>
        </p:spPr>
        <p:txBody>
          <a:bodyPr lIns="0" tIns="0" rIns="0" bIns="0">
            <a:noAutofit/>
          </a:bodyPr>
          <a:lstStyle>
            <a:lvl1pPr marL="17145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CA" dirty="0"/>
              <a:t>Title</a:t>
            </a:r>
          </a:p>
        </p:txBody>
      </p:sp>
      <p:sp>
        <p:nvSpPr>
          <p:cNvPr id="61" name="Espace réservé du texte 5">
            <a:extLst>
              <a:ext uri="{FF2B5EF4-FFF2-40B4-BE49-F238E27FC236}">
                <a16:creationId xmlns:a16="http://schemas.microsoft.com/office/drawing/2014/main" id="{573E24FE-8879-FB42-B8CA-4D3332150C4F}"/>
              </a:ext>
            </a:extLst>
          </p:cNvPr>
          <p:cNvSpPr>
            <a:spLocks noGrp="1"/>
          </p:cNvSpPr>
          <p:nvPr>
            <p:ph type="body" sz="quarter" idx="83" hasCustomPrompt="1"/>
          </p:nvPr>
        </p:nvSpPr>
        <p:spPr>
          <a:xfrm>
            <a:off x="10093238" y="2865775"/>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CA" dirty="0"/>
              <a:t>Name</a:t>
            </a:r>
          </a:p>
        </p:txBody>
      </p:sp>
      <p:sp>
        <p:nvSpPr>
          <p:cNvPr id="62" name="Espace réservé pour une image  5">
            <a:extLst>
              <a:ext uri="{FF2B5EF4-FFF2-40B4-BE49-F238E27FC236}">
                <a16:creationId xmlns:a16="http://schemas.microsoft.com/office/drawing/2014/main" id="{CBD400C3-7A40-3048-8844-C3F44A0B40C3}"/>
              </a:ext>
            </a:extLst>
          </p:cNvPr>
          <p:cNvSpPr>
            <a:spLocks noGrp="1" noChangeAspect="1"/>
          </p:cNvSpPr>
          <p:nvPr>
            <p:ph type="pic" sz="quarter" idx="84" hasCustomPrompt="1"/>
          </p:nvPr>
        </p:nvSpPr>
        <p:spPr>
          <a:xfrm>
            <a:off x="10093238" y="3856188"/>
            <a:ext cx="1332000" cy="1332000"/>
          </a:xfrm>
          <a:prstGeom prst="rect">
            <a:avLst/>
          </a:prstGeom>
        </p:spPr>
        <p:txBody>
          <a:bodyPr>
            <a:noAutofit/>
          </a:bodyPr>
          <a:lstStyle>
            <a:lvl1pPr marL="0" indent="0">
              <a:spcBef>
                <a:spcPts val="0"/>
              </a:spcBef>
              <a:buNone/>
              <a:defRPr sz="1200"/>
            </a:lvl1pPr>
          </a:lstStyle>
          <a:p>
            <a:r>
              <a:rPr lang="fr-CA"/>
              <a:t>Cliquez sur l'icône pour ajouter une image</a:t>
            </a:r>
            <a:endParaRPr lang="fr-FR" dirty="0"/>
          </a:p>
        </p:txBody>
      </p:sp>
      <p:sp>
        <p:nvSpPr>
          <p:cNvPr id="63" name="Espace réservé du texte 5">
            <a:extLst>
              <a:ext uri="{FF2B5EF4-FFF2-40B4-BE49-F238E27FC236}">
                <a16:creationId xmlns:a16="http://schemas.microsoft.com/office/drawing/2014/main" id="{9454FE9C-B016-F44D-A539-D12B206A0547}"/>
              </a:ext>
            </a:extLst>
          </p:cNvPr>
          <p:cNvSpPr>
            <a:spLocks noGrp="1"/>
          </p:cNvSpPr>
          <p:nvPr>
            <p:ph type="body" sz="quarter" idx="85" hasCustomPrompt="1"/>
          </p:nvPr>
        </p:nvSpPr>
        <p:spPr>
          <a:xfrm>
            <a:off x="10093238" y="5595681"/>
            <a:ext cx="1332000" cy="501320"/>
          </a:xfrm>
          <a:prstGeom prst="rect">
            <a:avLst/>
          </a:prstGeom>
        </p:spPr>
        <p:txBody>
          <a:bodyPr lIns="0" tIns="0" rIns="0" bIns="0">
            <a:noAutofit/>
          </a:bodyPr>
          <a:lstStyle>
            <a:lvl1pPr marL="17145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CA" dirty="0"/>
              <a:t>Title</a:t>
            </a:r>
          </a:p>
        </p:txBody>
      </p:sp>
      <p:sp>
        <p:nvSpPr>
          <p:cNvPr id="64" name="Espace réservé du texte 5">
            <a:extLst>
              <a:ext uri="{FF2B5EF4-FFF2-40B4-BE49-F238E27FC236}">
                <a16:creationId xmlns:a16="http://schemas.microsoft.com/office/drawing/2014/main" id="{BA682D77-F315-3140-B228-45A7B87CC973}"/>
              </a:ext>
            </a:extLst>
          </p:cNvPr>
          <p:cNvSpPr>
            <a:spLocks noGrp="1"/>
          </p:cNvSpPr>
          <p:nvPr>
            <p:ph type="body" sz="quarter" idx="86" hasCustomPrompt="1"/>
          </p:nvPr>
        </p:nvSpPr>
        <p:spPr>
          <a:xfrm>
            <a:off x="10093238" y="5212077"/>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CA" dirty="0"/>
              <a:t>Name</a:t>
            </a:r>
          </a:p>
        </p:txBody>
      </p:sp>
      <p:sp>
        <p:nvSpPr>
          <p:cNvPr id="34" name="Titre 1">
            <a:extLst>
              <a:ext uri="{FF2B5EF4-FFF2-40B4-BE49-F238E27FC236}">
                <a16:creationId xmlns:a16="http://schemas.microsoft.com/office/drawing/2014/main" id="{13DF76B2-8FA9-D54D-9F04-3EBFADE2D42F}"/>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dirty="0"/>
              <a:t>Team</a:t>
            </a:r>
          </a:p>
        </p:txBody>
      </p:sp>
      <p:sp>
        <p:nvSpPr>
          <p:cNvPr id="4" name="ZoneTexte 3">
            <a:extLst>
              <a:ext uri="{FF2B5EF4-FFF2-40B4-BE49-F238E27FC236}">
                <a16:creationId xmlns:a16="http://schemas.microsoft.com/office/drawing/2014/main" id="{02FBC9F9-E98D-064D-AE5F-D9D1467E6684}"/>
              </a:ext>
            </a:extLst>
          </p:cNvPr>
          <p:cNvSpPr txBox="1"/>
          <p:nvPr userDrawn="1"/>
        </p:nvSpPr>
        <p:spPr>
          <a:xfrm>
            <a:off x="7141464" y="1344168"/>
            <a:ext cx="0" cy="0"/>
          </a:xfrm>
          <a:prstGeom prst="rect">
            <a:avLst/>
          </a:prstGeom>
        </p:spPr>
        <p:txBody>
          <a:bodyPr vert="horz" wrap="none" lIns="0" tIns="0" rIns="0" bIns="0" rtlCol="0" anchor="t" anchorCtr="0">
            <a:noAutofit/>
          </a:bodyPr>
          <a:lstStyle/>
          <a:p>
            <a:pPr marL="0" indent="0" algn="l">
              <a:buFont typeface="Arial" panose="020B0604020202020204" pitchFamily="34" charset="0"/>
              <a:buNone/>
            </a:pPr>
            <a:endParaRPr lang="en-CA" dirty="0"/>
          </a:p>
        </p:txBody>
      </p:sp>
    </p:spTree>
    <p:extLst>
      <p:ext uri="{BB962C8B-B14F-4D97-AF65-F5344CB8AC3E}">
        <p14:creationId xmlns:p14="http://schemas.microsoft.com/office/powerpoint/2010/main" val="341741785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Image left+tex">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3E14D4F1-0AFF-214C-92AA-BD02450E38BA}"/>
              </a:ext>
            </a:extLst>
          </p:cNvPr>
          <p:cNvSpPr>
            <a:spLocks noGrp="1"/>
          </p:cNvSpPr>
          <p:nvPr>
            <p:ph type="title" hasCustomPrompt="1"/>
          </p:nvPr>
        </p:nvSpPr>
        <p:spPr>
          <a:xfrm>
            <a:off x="6888163" y="684000"/>
            <a:ext cx="4537859" cy="622188"/>
          </a:xfrm>
          <a:prstGeom prst="rect">
            <a:avLst/>
          </a:prstGeom>
        </p:spPr>
        <p:txBody>
          <a:bodyPr vert="horz" lIns="0" tIns="0" rIns="0" bIns="0" rtlCol="0" anchor="t" anchorCtr="0">
            <a:noAutofit/>
          </a:bodyPr>
          <a:lstStyle>
            <a:lvl1pPr>
              <a:defRPr>
                <a:solidFill>
                  <a:schemeClr val="tx1"/>
                </a:solidFill>
              </a:defRPr>
            </a:lvl1pPr>
          </a:lstStyle>
          <a:p>
            <a:r>
              <a:rPr lang="en-US" noProof="0" dirty="0"/>
              <a:t>Title</a:t>
            </a:r>
          </a:p>
        </p:txBody>
      </p:sp>
      <p:sp>
        <p:nvSpPr>
          <p:cNvPr id="5" name="Content Placeholder 20">
            <a:extLst>
              <a:ext uri="{FF2B5EF4-FFF2-40B4-BE49-F238E27FC236}">
                <a16:creationId xmlns:a16="http://schemas.microsoft.com/office/drawing/2014/main" id="{6855D02E-339D-5043-B91B-5FF8B79BA5F8}"/>
              </a:ext>
            </a:extLst>
          </p:cNvPr>
          <p:cNvSpPr>
            <a:spLocks noGrp="1"/>
          </p:cNvSpPr>
          <p:nvPr>
            <p:ph sz="quarter" idx="17"/>
          </p:nvPr>
        </p:nvSpPr>
        <p:spPr>
          <a:xfrm>
            <a:off x="6888162" y="1681655"/>
            <a:ext cx="4535945" cy="441117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Pct val="100000"/>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2">
            <a:extLst>
              <a:ext uri="{FF2B5EF4-FFF2-40B4-BE49-F238E27FC236}">
                <a16:creationId xmlns:a16="http://schemas.microsoft.com/office/drawing/2014/main" id="{BDBF016D-4A07-3C4E-84B2-4A358A221DCF}"/>
              </a:ext>
            </a:extLst>
          </p:cNvPr>
          <p:cNvSpPr>
            <a:spLocks noGrp="1"/>
          </p:cNvSpPr>
          <p:nvPr>
            <p:ph type="pic" sz="quarter" idx="18"/>
          </p:nvPr>
        </p:nvSpPr>
        <p:spPr>
          <a:xfrm>
            <a:off x="766762" y="765175"/>
            <a:ext cx="5365751" cy="5327650"/>
          </a:xfrm>
          <a:prstGeom prst="rect">
            <a:avLst/>
          </a:prstGeom>
        </p:spPr>
        <p:txBody>
          <a:bodyPr anchor="t" anchorCtr="0">
            <a:noAutofit/>
          </a:bodyPr>
          <a:lstStyle>
            <a:lvl1pPr marL="0" indent="0" algn="l">
              <a:buNone/>
              <a:defRPr sz="3200"/>
            </a:lvl1pPr>
          </a:lstStyle>
          <a:p>
            <a:r>
              <a:rPr lang="en-US"/>
              <a:t>Click icon to add picture</a:t>
            </a:r>
            <a:endParaRPr lang="en-GB" dirty="0"/>
          </a:p>
        </p:txBody>
      </p:sp>
      <p:sp>
        <p:nvSpPr>
          <p:cNvPr id="7" name="Slide Number Placeholder 5">
            <a:extLst>
              <a:ext uri="{FF2B5EF4-FFF2-40B4-BE49-F238E27FC236}">
                <a16:creationId xmlns:a16="http://schemas.microsoft.com/office/drawing/2014/main" id="{515FDA85-64F9-BF40-A7DD-72C4DBB17A76}"/>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dirty="0" smtClean="0">
                <a:solidFill>
                  <a:schemeClr val="tx1"/>
                </a:solidFill>
                <a:latin typeface="+mn-lt"/>
                <a:ea typeface="+mn-ea"/>
                <a:cs typeface="Arial" pitchFamily="34" charset="0"/>
              </a:defRPr>
            </a:lvl1pPr>
          </a:lstStyle>
          <a:p>
            <a:fld id="{525A3C56-E491-49B2-93F3-63532DF516BC}" type="slidenum">
              <a:rPr lang="en-CA" smtClean="0"/>
              <a:pPr/>
              <a:t>‹#›</a:t>
            </a:fld>
            <a:endParaRPr lang="en-CA" dirty="0"/>
          </a:p>
        </p:txBody>
      </p:sp>
    </p:spTree>
    <p:extLst>
      <p:ext uri="{BB962C8B-B14F-4D97-AF65-F5344CB8AC3E}">
        <p14:creationId xmlns:p14="http://schemas.microsoft.com/office/powerpoint/2010/main" val="67259373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mall image">
    <p:spTree>
      <p:nvGrpSpPr>
        <p:cNvPr id="1" name=""/>
        <p:cNvGrpSpPr/>
        <p:nvPr/>
      </p:nvGrpSpPr>
      <p:grpSpPr>
        <a:xfrm>
          <a:off x="0" y="0"/>
          <a:ext cx="0" cy="0"/>
          <a:chOff x="0" y="0"/>
          <a:chExt cx="0" cy="0"/>
        </a:xfrm>
      </p:grpSpPr>
      <p:sp>
        <p:nvSpPr>
          <p:cNvPr id="4" name="Picture Placeholder 20">
            <a:extLst>
              <a:ext uri="{FF2B5EF4-FFF2-40B4-BE49-F238E27FC236}">
                <a16:creationId xmlns:a16="http://schemas.microsoft.com/office/drawing/2014/main" id="{3A8E2A17-934C-7740-A581-F2AA6728D744}"/>
              </a:ext>
            </a:extLst>
          </p:cNvPr>
          <p:cNvSpPr>
            <a:spLocks noGrp="1"/>
          </p:cNvSpPr>
          <p:nvPr>
            <p:ph type="pic" sz="quarter" idx="14"/>
          </p:nvPr>
        </p:nvSpPr>
        <p:spPr>
          <a:xfrm>
            <a:off x="6132513" y="765176"/>
            <a:ext cx="5292725" cy="5327650"/>
          </a:xfrm>
          <a:prstGeom prst="rect">
            <a:avLst/>
          </a:prstGeom>
        </p:spPr>
        <p:txBody>
          <a:bodyPr lIns="0" tIns="0" rIns="0" bIns="0">
            <a:noAutofit/>
          </a:bodyPr>
          <a:lstStyle>
            <a:lvl1pPr>
              <a:spcBef>
                <a:spcPts val="500"/>
              </a:spcBef>
              <a:buNone/>
              <a:defRPr lang="en-GB" sz="3200" kern="1200" baseline="0" noProof="0" dirty="0" smtClean="0">
                <a:solidFill>
                  <a:schemeClr val="tx1"/>
                </a:solidFill>
                <a:latin typeface="Arial" pitchFamily="34" charset="0"/>
                <a:ea typeface="+mn-ea"/>
                <a:cs typeface="+mn-cs"/>
              </a:defRPr>
            </a:lvl1pPr>
          </a:lstStyle>
          <a:p>
            <a:r>
              <a:rPr lang="en-US"/>
              <a:t>Click icon to add picture</a:t>
            </a:r>
            <a:endParaRPr lang="en-US" dirty="0"/>
          </a:p>
        </p:txBody>
      </p:sp>
      <p:sp>
        <p:nvSpPr>
          <p:cNvPr id="5" name="Title Placeholder 1">
            <a:extLst>
              <a:ext uri="{FF2B5EF4-FFF2-40B4-BE49-F238E27FC236}">
                <a16:creationId xmlns:a16="http://schemas.microsoft.com/office/drawing/2014/main" id="{304507B7-5A7C-1142-B280-7D316907D035}"/>
              </a:ext>
            </a:extLst>
          </p:cNvPr>
          <p:cNvSpPr>
            <a:spLocks noGrp="1"/>
          </p:cNvSpPr>
          <p:nvPr>
            <p:ph type="title" hasCustomPrompt="1"/>
          </p:nvPr>
        </p:nvSpPr>
        <p:spPr>
          <a:xfrm>
            <a:off x="766763" y="684000"/>
            <a:ext cx="4608512" cy="626302"/>
          </a:xfrm>
          <a:prstGeom prst="rect">
            <a:avLst/>
          </a:prstGeom>
        </p:spPr>
        <p:txBody>
          <a:bodyPr vert="horz" lIns="0" tIns="0" rIns="0" bIns="0" rtlCol="0" anchor="t" anchorCtr="0">
            <a:noAutofit/>
          </a:bodyPr>
          <a:lstStyle/>
          <a:p>
            <a:r>
              <a:rPr lang="en-US" noProof="0" dirty="0"/>
              <a:t>Title</a:t>
            </a:r>
          </a:p>
        </p:txBody>
      </p:sp>
      <p:sp>
        <p:nvSpPr>
          <p:cNvPr id="6" name="Content Placeholder 20">
            <a:extLst>
              <a:ext uri="{FF2B5EF4-FFF2-40B4-BE49-F238E27FC236}">
                <a16:creationId xmlns:a16="http://schemas.microsoft.com/office/drawing/2014/main" id="{33476934-CF78-2D44-A533-364A3E20704C}"/>
              </a:ext>
            </a:extLst>
          </p:cNvPr>
          <p:cNvSpPr>
            <a:spLocks noGrp="1"/>
          </p:cNvSpPr>
          <p:nvPr>
            <p:ph sz="quarter" idx="17"/>
          </p:nvPr>
        </p:nvSpPr>
        <p:spPr>
          <a:xfrm>
            <a:off x="766763" y="1656522"/>
            <a:ext cx="4608512" cy="4436304"/>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Pct val="100000"/>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a:extLst>
              <a:ext uri="{FF2B5EF4-FFF2-40B4-BE49-F238E27FC236}">
                <a16:creationId xmlns:a16="http://schemas.microsoft.com/office/drawing/2014/main" id="{44699261-482F-CC46-A8DC-45866B3268EC}"/>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dirty="0" smtClean="0">
                <a:solidFill>
                  <a:schemeClr val="tx1"/>
                </a:solidFill>
                <a:latin typeface="+mn-lt"/>
                <a:ea typeface="+mn-ea"/>
                <a:cs typeface="Arial" pitchFamily="34" charset="0"/>
              </a:defRPr>
            </a:lvl1pPr>
          </a:lstStyle>
          <a:p>
            <a:fld id="{525A3C56-E491-49B2-93F3-63532DF516BC}" type="slidenum">
              <a:rPr lang="en-CA" smtClean="0"/>
              <a:pPr/>
              <a:t>‹#›</a:t>
            </a:fld>
            <a:endParaRPr lang="en-CA" dirty="0"/>
          </a:p>
        </p:txBody>
      </p:sp>
    </p:spTree>
    <p:extLst>
      <p:ext uri="{BB962C8B-B14F-4D97-AF65-F5344CB8AC3E}">
        <p14:creationId xmlns:p14="http://schemas.microsoft.com/office/powerpoint/2010/main" val="128216670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large right+text">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17AC7F31-D848-7A42-9ED8-A1A89D3409FC}"/>
              </a:ext>
            </a:extLst>
          </p:cNvPr>
          <p:cNvSpPr>
            <a:spLocks noGrp="1"/>
          </p:cNvSpPr>
          <p:nvPr>
            <p:ph type="title" hasCustomPrompt="1"/>
          </p:nvPr>
        </p:nvSpPr>
        <p:spPr>
          <a:xfrm>
            <a:off x="777224" y="619403"/>
            <a:ext cx="4598051" cy="2508110"/>
          </a:xfrm>
          <a:prstGeom prst="rect">
            <a:avLst/>
          </a:prstGeom>
        </p:spPr>
        <p:txBody>
          <a:bodyPr vert="horz" lIns="0" tIns="0" rIns="0" bIns="0" rtlCol="0" anchor="t" anchorCtr="0">
            <a:noAutofit/>
          </a:bodyPr>
          <a:lstStyle>
            <a:lvl1pPr>
              <a:defRPr sz="4800">
                <a:solidFill>
                  <a:schemeClr val="tx1"/>
                </a:solidFill>
              </a:defRPr>
            </a:lvl1pPr>
          </a:lstStyle>
          <a:p>
            <a:r>
              <a:rPr lang="en-US" noProof="0" dirty="0"/>
              <a:t>Title</a:t>
            </a:r>
          </a:p>
        </p:txBody>
      </p:sp>
      <p:sp>
        <p:nvSpPr>
          <p:cNvPr id="5" name="Content Placeholder 20">
            <a:extLst>
              <a:ext uri="{FF2B5EF4-FFF2-40B4-BE49-F238E27FC236}">
                <a16:creationId xmlns:a16="http://schemas.microsoft.com/office/drawing/2014/main" id="{B70092EE-877E-F647-8457-99B829A53438}"/>
              </a:ext>
            </a:extLst>
          </p:cNvPr>
          <p:cNvSpPr>
            <a:spLocks noGrp="1"/>
          </p:cNvSpPr>
          <p:nvPr>
            <p:ph sz="quarter" idx="17" hasCustomPrompt="1"/>
          </p:nvPr>
        </p:nvSpPr>
        <p:spPr>
          <a:xfrm>
            <a:off x="766764" y="3429000"/>
            <a:ext cx="4608512" cy="2663825"/>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b="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Pct val="100000"/>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GB" sz="2000" b="1" dirty="0"/>
              <a:t>Click to add text</a:t>
            </a:r>
            <a:endParaRPr lang="en-US" dirty="0"/>
          </a:p>
        </p:txBody>
      </p:sp>
      <p:sp>
        <p:nvSpPr>
          <p:cNvPr id="6" name="Picture Placeholder 2">
            <a:extLst>
              <a:ext uri="{FF2B5EF4-FFF2-40B4-BE49-F238E27FC236}">
                <a16:creationId xmlns:a16="http://schemas.microsoft.com/office/drawing/2014/main" id="{84A30FA9-EFE0-BD49-888A-59263379F2F6}"/>
              </a:ext>
            </a:extLst>
          </p:cNvPr>
          <p:cNvSpPr>
            <a:spLocks noGrp="1"/>
          </p:cNvSpPr>
          <p:nvPr>
            <p:ph type="pic" sz="quarter" idx="18"/>
          </p:nvPr>
        </p:nvSpPr>
        <p:spPr>
          <a:xfrm>
            <a:off x="6132513" y="765174"/>
            <a:ext cx="5292726" cy="5327651"/>
          </a:xfrm>
          <a:prstGeom prst="rect">
            <a:avLst/>
          </a:prstGeom>
        </p:spPr>
        <p:txBody>
          <a:bodyPr anchor="t" anchorCtr="0">
            <a:noAutofit/>
          </a:bodyPr>
          <a:lstStyle>
            <a:lvl1pPr marL="0" indent="0" algn="l">
              <a:buNone/>
              <a:defRPr sz="3200"/>
            </a:lvl1pPr>
          </a:lstStyle>
          <a:p>
            <a:r>
              <a:rPr lang="en-US"/>
              <a:t>Click icon to add picture</a:t>
            </a:r>
            <a:endParaRPr lang="en-GB" dirty="0"/>
          </a:p>
        </p:txBody>
      </p:sp>
      <p:sp>
        <p:nvSpPr>
          <p:cNvPr id="7" name="Slide Number Placeholder 5">
            <a:extLst>
              <a:ext uri="{FF2B5EF4-FFF2-40B4-BE49-F238E27FC236}">
                <a16:creationId xmlns:a16="http://schemas.microsoft.com/office/drawing/2014/main" id="{3FA5BEA3-FBAD-324A-A722-33A5B9C7B06C}"/>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dirty="0" smtClean="0">
                <a:solidFill>
                  <a:schemeClr val="tx1"/>
                </a:solidFill>
                <a:latin typeface="+mn-lt"/>
                <a:ea typeface="+mn-ea"/>
                <a:cs typeface="Arial" pitchFamily="34" charset="0"/>
              </a:defRPr>
            </a:lvl1pPr>
          </a:lstStyle>
          <a:p>
            <a:fld id="{525A3C56-E491-49B2-93F3-63532DF516BC}" type="slidenum">
              <a:rPr lang="en-CA" smtClean="0"/>
              <a:pPr/>
              <a:t>‹#›</a:t>
            </a:fld>
            <a:endParaRPr lang="en-CA" dirty="0"/>
          </a:p>
        </p:txBody>
      </p:sp>
    </p:spTree>
    <p:extLst>
      <p:ext uri="{BB962C8B-B14F-4D97-AF65-F5344CB8AC3E}">
        <p14:creationId xmlns:p14="http://schemas.microsoft.com/office/powerpoint/2010/main" val="121567949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Image large left+text">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4E82D4CB-D75A-1A45-B05D-E33B4030488F}"/>
              </a:ext>
            </a:extLst>
          </p:cNvPr>
          <p:cNvSpPr>
            <a:spLocks noGrp="1"/>
          </p:cNvSpPr>
          <p:nvPr>
            <p:ph type="title" hasCustomPrompt="1"/>
          </p:nvPr>
        </p:nvSpPr>
        <p:spPr>
          <a:xfrm>
            <a:off x="6888163" y="614877"/>
            <a:ext cx="4537075" cy="2511382"/>
          </a:xfrm>
          <a:prstGeom prst="rect">
            <a:avLst/>
          </a:prstGeom>
        </p:spPr>
        <p:txBody>
          <a:bodyPr vert="horz" lIns="0" tIns="0" rIns="0" bIns="0" rtlCol="0" anchor="t" anchorCtr="0">
            <a:noAutofit/>
          </a:bodyPr>
          <a:lstStyle>
            <a:lvl1pPr>
              <a:defRPr sz="4800">
                <a:solidFill>
                  <a:schemeClr val="tx1"/>
                </a:solidFill>
              </a:defRPr>
            </a:lvl1pPr>
          </a:lstStyle>
          <a:p>
            <a:r>
              <a:rPr lang="en-US" noProof="0" dirty="0"/>
              <a:t>Title</a:t>
            </a:r>
          </a:p>
        </p:txBody>
      </p:sp>
      <p:sp>
        <p:nvSpPr>
          <p:cNvPr id="5" name="Content Placeholder 20">
            <a:extLst>
              <a:ext uri="{FF2B5EF4-FFF2-40B4-BE49-F238E27FC236}">
                <a16:creationId xmlns:a16="http://schemas.microsoft.com/office/drawing/2014/main" id="{78BAFC30-690F-6A41-BE1B-8B7925B9B41A}"/>
              </a:ext>
            </a:extLst>
          </p:cNvPr>
          <p:cNvSpPr>
            <a:spLocks noGrp="1"/>
          </p:cNvSpPr>
          <p:nvPr>
            <p:ph sz="quarter" idx="17"/>
          </p:nvPr>
        </p:nvSpPr>
        <p:spPr>
          <a:xfrm>
            <a:off x="6888163" y="3392488"/>
            <a:ext cx="4537075" cy="2700337"/>
          </a:xfrm>
          <a:prstGeom prst="rect">
            <a:avLst/>
          </a:prstGeom>
        </p:spPr>
        <p:txBody>
          <a:bodyPr lIns="0" tIns="0" rIns="0" bIns="0">
            <a:noAutofit/>
          </a:bodyPr>
          <a:lstStyle>
            <a:lvl1pPr marL="0" indent="0">
              <a:spcBef>
                <a:spcPts val="500"/>
              </a:spcBef>
              <a:buClr>
                <a:srgbClr val="000000"/>
              </a:buClr>
              <a:buSzPct val="110000"/>
              <a:buFont typeface="Arial" pitchFamily="34" charset="0"/>
              <a:buNone/>
              <a:defRPr sz="2000">
                <a:solidFill>
                  <a:schemeClr val="tx1"/>
                </a:solidFill>
                <a:latin typeface="Arial" pitchFamily="34" charset="0"/>
              </a:defRPr>
            </a:lvl1pPr>
            <a:lvl2pPr marL="263525" indent="-263525">
              <a:spcBef>
                <a:spcPts val="500"/>
              </a:spcBef>
              <a:buClr>
                <a:srgbClr val="000000"/>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rgbClr val="000000"/>
              </a:buClr>
              <a:buSzPct val="100000"/>
              <a:buFont typeface="Calibri" panose="020F0502020204030204" pitchFamily="34" charset="0"/>
              <a:buChar char="–"/>
              <a:defRPr sz="1800">
                <a:solidFill>
                  <a:schemeClr val="tx1"/>
                </a:solidFill>
                <a:latin typeface="Arial" pitchFamily="34" charset="0"/>
              </a:defRPr>
            </a:lvl3pPr>
            <a:lvl4pPr marL="811213" indent="-274638">
              <a:spcBef>
                <a:spcPts val="500"/>
              </a:spcBef>
              <a:buClr>
                <a:srgbClr val="000000"/>
              </a:buClr>
              <a:buSzPct val="110000"/>
              <a:buFont typeface="Wingdings" pitchFamily="2" charset="2"/>
              <a:buChar char="§"/>
              <a:defRPr sz="1600">
                <a:solidFill>
                  <a:schemeClr val="tx1"/>
                </a:solidFill>
                <a:latin typeface="Arial" pitchFamily="34" charset="0"/>
              </a:defRPr>
            </a:lvl4pPr>
            <a:lvl5pPr marL="1074738" indent="-263525">
              <a:spcBef>
                <a:spcPts val="5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2">
            <a:extLst>
              <a:ext uri="{FF2B5EF4-FFF2-40B4-BE49-F238E27FC236}">
                <a16:creationId xmlns:a16="http://schemas.microsoft.com/office/drawing/2014/main" id="{A46A2561-43A0-D843-B868-9E14FD55F20B}"/>
              </a:ext>
            </a:extLst>
          </p:cNvPr>
          <p:cNvSpPr>
            <a:spLocks noGrp="1"/>
          </p:cNvSpPr>
          <p:nvPr>
            <p:ph type="pic" sz="quarter" idx="18"/>
          </p:nvPr>
        </p:nvSpPr>
        <p:spPr>
          <a:xfrm>
            <a:off x="766762" y="765174"/>
            <a:ext cx="5365751" cy="5327651"/>
          </a:xfrm>
          <a:prstGeom prst="rect">
            <a:avLst/>
          </a:prstGeom>
        </p:spPr>
        <p:txBody>
          <a:bodyPr anchor="t" anchorCtr="0">
            <a:noAutofit/>
          </a:bodyPr>
          <a:lstStyle>
            <a:lvl1pPr marL="0" indent="0" algn="l">
              <a:buNone/>
              <a:defRPr sz="3200"/>
            </a:lvl1pPr>
          </a:lstStyle>
          <a:p>
            <a:r>
              <a:rPr lang="en-US"/>
              <a:t>Click icon to add picture</a:t>
            </a:r>
            <a:endParaRPr lang="en-GB" dirty="0"/>
          </a:p>
        </p:txBody>
      </p:sp>
      <p:sp>
        <p:nvSpPr>
          <p:cNvPr id="7" name="Slide Number Placeholder 5">
            <a:extLst>
              <a:ext uri="{FF2B5EF4-FFF2-40B4-BE49-F238E27FC236}">
                <a16:creationId xmlns:a16="http://schemas.microsoft.com/office/drawing/2014/main" id="{5D8B5A1A-FC46-2349-BBB1-B939578EEBCF}"/>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dirty="0" smtClean="0">
                <a:solidFill>
                  <a:schemeClr val="tx1"/>
                </a:solidFill>
                <a:latin typeface="+mn-lt"/>
                <a:ea typeface="+mn-ea"/>
                <a:cs typeface="Arial" pitchFamily="34" charset="0"/>
              </a:defRPr>
            </a:lvl1pPr>
          </a:lstStyle>
          <a:p>
            <a:fld id="{525A3C56-E491-49B2-93F3-63532DF516BC}" type="slidenum">
              <a:rPr lang="en-CA" smtClean="0"/>
              <a:pPr/>
              <a:t>‹#›</a:t>
            </a:fld>
            <a:endParaRPr lang="en-CA" dirty="0"/>
          </a:p>
        </p:txBody>
      </p:sp>
    </p:spTree>
    <p:extLst>
      <p:ext uri="{BB962C8B-B14F-4D97-AF65-F5344CB8AC3E}">
        <p14:creationId xmlns:p14="http://schemas.microsoft.com/office/powerpoint/2010/main" val="198236176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Multiple Image">
    <p:spTree>
      <p:nvGrpSpPr>
        <p:cNvPr id="1" name=""/>
        <p:cNvGrpSpPr/>
        <p:nvPr/>
      </p:nvGrpSpPr>
      <p:grpSpPr>
        <a:xfrm>
          <a:off x="0" y="0"/>
          <a:ext cx="0" cy="0"/>
          <a:chOff x="0" y="0"/>
          <a:chExt cx="0" cy="0"/>
        </a:xfrm>
      </p:grpSpPr>
      <p:sp>
        <p:nvSpPr>
          <p:cNvPr id="12" name="Picture Placeholder 20">
            <a:extLst>
              <a:ext uri="{FF2B5EF4-FFF2-40B4-BE49-F238E27FC236}">
                <a16:creationId xmlns:a16="http://schemas.microsoft.com/office/drawing/2014/main" id="{5170FB53-6BB4-B54A-8584-443D632100A5}"/>
              </a:ext>
            </a:extLst>
          </p:cNvPr>
          <p:cNvSpPr>
            <a:spLocks noGrp="1"/>
          </p:cNvSpPr>
          <p:nvPr>
            <p:ph type="pic" sz="quarter" idx="14"/>
          </p:nvPr>
        </p:nvSpPr>
        <p:spPr>
          <a:xfrm>
            <a:off x="766764" y="1568767"/>
            <a:ext cx="3060700" cy="2909559"/>
          </a:xfrm>
          <a:prstGeom prst="rect">
            <a:avLst/>
          </a:prstGeom>
        </p:spPr>
        <p:txBody>
          <a:bodyPr lIns="0" tIns="0" rIns="0" bIns="0">
            <a:noAutofit/>
          </a:bodyPr>
          <a:lstStyle>
            <a:lvl1pPr>
              <a:buNone/>
              <a:defRPr lang="en-GB" sz="1800" kern="1200" baseline="0" noProof="0" dirty="0" smtClean="0">
                <a:solidFill>
                  <a:schemeClr val="tx1"/>
                </a:solidFill>
                <a:latin typeface="Arial" pitchFamily="34" charset="0"/>
                <a:ea typeface="+mn-ea"/>
                <a:cs typeface="+mn-cs"/>
              </a:defRPr>
            </a:lvl1pPr>
          </a:lstStyle>
          <a:p>
            <a:r>
              <a:rPr lang="en-US"/>
              <a:t>Click icon to add picture</a:t>
            </a:r>
            <a:endParaRPr lang="en-US" dirty="0"/>
          </a:p>
        </p:txBody>
      </p:sp>
      <p:sp>
        <p:nvSpPr>
          <p:cNvPr id="13" name="Picture Placeholder 20">
            <a:extLst>
              <a:ext uri="{FF2B5EF4-FFF2-40B4-BE49-F238E27FC236}">
                <a16:creationId xmlns:a16="http://schemas.microsoft.com/office/drawing/2014/main" id="{B1899592-EF28-9645-8C15-0EF1AC9F46A6}"/>
              </a:ext>
            </a:extLst>
          </p:cNvPr>
          <p:cNvSpPr>
            <a:spLocks noGrp="1"/>
          </p:cNvSpPr>
          <p:nvPr>
            <p:ph type="pic" sz="quarter" idx="15"/>
          </p:nvPr>
        </p:nvSpPr>
        <p:spPr>
          <a:xfrm>
            <a:off x="4583113" y="1568767"/>
            <a:ext cx="3025775" cy="2909559"/>
          </a:xfrm>
          <a:prstGeom prst="rect">
            <a:avLst/>
          </a:prstGeom>
        </p:spPr>
        <p:txBody>
          <a:bodyPr lIns="0" tIns="0" rIns="0" bIns="0">
            <a:noAutofit/>
          </a:bodyPr>
          <a:lstStyle>
            <a:lvl1pPr>
              <a:buNone/>
              <a:defRPr lang="en-GB" sz="1800" kern="1200" baseline="0" noProof="0" dirty="0" smtClean="0">
                <a:solidFill>
                  <a:schemeClr val="tx1"/>
                </a:solidFill>
                <a:latin typeface="Arial" pitchFamily="34" charset="0"/>
                <a:ea typeface="+mn-ea"/>
                <a:cs typeface="+mn-cs"/>
              </a:defRPr>
            </a:lvl1pPr>
          </a:lstStyle>
          <a:p>
            <a:r>
              <a:rPr lang="en-US"/>
              <a:t>Click icon to add picture</a:t>
            </a:r>
            <a:endParaRPr lang="en-US" dirty="0"/>
          </a:p>
        </p:txBody>
      </p:sp>
      <p:sp>
        <p:nvSpPr>
          <p:cNvPr id="14" name="Picture Placeholder 20">
            <a:extLst>
              <a:ext uri="{FF2B5EF4-FFF2-40B4-BE49-F238E27FC236}">
                <a16:creationId xmlns:a16="http://schemas.microsoft.com/office/drawing/2014/main" id="{692D9CF3-0D5D-0141-8B99-94C866845EA2}"/>
              </a:ext>
            </a:extLst>
          </p:cNvPr>
          <p:cNvSpPr>
            <a:spLocks noGrp="1"/>
          </p:cNvSpPr>
          <p:nvPr>
            <p:ph type="pic" sz="quarter" idx="16"/>
          </p:nvPr>
        </p:nvSpPr>
        <p:spPr>
          <a:xfrm>
            <a:off x="8401050" y="1568767"/>
            <a:ext cx="3024188" cy="2909559"/>
          </a:xfrm>
          <a:prstGeom prst="rect">
            <a:avLst/>
          </a:prstGeom>
        </p:spPr>
        <p:txBody>
          <a:bodyPr lIns="0" tIns="0" rIns="0" bIns="0">
            <a:noAutofit/>
          </a:bodyPr>
          <a:lstStyle>
            <a:lvl1pPr>
              <a:buNone/>
              <a:defRPr lang="en-GB" sz="1800" kern="1200" baseline="0" noProof="0" dirty="0" smtClean="0">
                <a:solidFill>
                  <a:schemeClr val="tx1"/>
                </a:solidFill>
                <a:latin typeface="Arial" pitchFamily="34" charset="0"/>
                <a:ea typeface="+mn-ea"/>
                <a:cs typeface="+mn-cs"/>
              </a:defRPr>
            </a:lvl1pPr>
          </a:lstStyle>
          <a:p>
            <a:r>
              <a:rPr lang="en-US"/>
              <a:t>Click icon to add picture</a:t>
            </a:r>
            <a:endParaRPr lang="en-US" dirty="0"/>
          </a:p>
        </p:txBody>
      </p:sp>
      <p:sp>
        <p:nvSpPr>
          <p:cNvPr id="15" name="Title Placeholder 1">
            <a:extLst>
              <a:ext uri="{FF2B5EF4-FFF2-40B4-BE49-F238E27FC236}">
                <a16:creationId xmlns:a16="http://schemas.microsoft.com/office/drawing/2014/main" id="{3770998F-754D-FA42-A923-970280E1AFB9}"/>
              </a:ext>
            </a:extLst>
          </p:cNvPr>
          <p:cNvSpPr>
            <a:spLocks noGrp="1"/>
          </p:cNvSpPr>
          <p:nvPr>
            <p:ph type="title" hasCustomPrompt="1"/>
          </p:nvPr>
        </p:nvSpPr>
        <p:spPr>
          <a:xfrm>
            <a:off x="766763" y="684470"/>
            <a:ext cx="10658475" cy="667067"/>
          </a:xfrm>
          <a:prstGeom prst="rect">
            <a:avLst/>
          </a:prstGeom>
        </p:spPr>
        <p:txBody>
          <a:bodyPr vert="horz" lIns="0" tIns="0" rIns="0" bIns="0" rtlCol="0" anchor="t" anchorCtr="0">
            <a:noAutofit/>
          </a:bodyPr>
          <a:lstStyle/>
          <a:p>
            <a:r>
              <a:rPr lang="en-US" noProof="0" dirty="0"/>
              <a:t>Title</a:t>
            </a:r>
          </a:p>
        </p:txBody>
      </p:sp>
      <p:sp>
        <p:nvSpPr>
          <p:cNvPr id="16" name="Content Placeholder 20">
            <a:extLst>
              <a:ext uri="{FF2B5EF4-FFF2-40B4-BE49-F238E27FC236}">
                <a16:creationId xmlns:a16="http://schemas.microsoft.com/office/drawing/2014/main" id="{BC03956D-46EB-3F49-A20A-7C378E0B76A2}"/>
              </a:ext>
            </a:extLst>
          </p:cNvPr>
          <p:cNvSpPr>
            <a:spLocks noGrp="1"/>
          </p:cNvSpPr>
          <p:nvPr>
            <p:ph sz="quarter" idx="17" hasCustomPrompt="1"/>
          </p:nvPr>
        </p:nvSpPr>
        <p:spPr>
          <a:xfrm>
            <a:off x="766764" y="4614043"/>
            <a:ext cx="3060700" cy="1478782"/>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8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Pct val="100000"/>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dirty="0"/>
              <a:t>Text</a:t>
            </a:r>
          </a:p>
        </p:txBody>
      </p:sp>
      <p:sp>
        <p:nvSpPr>
          <p:cNvPr id="17" name="Content Placeholder 20">
            <a:extLst>
              <a:ext uri="{FF2B5EF4-FFF2-40B4-BE49-F238E27FC236}">
                <a16:creationId xmlns:a16="http://schemas.microsoft.com/office/drawing/2014/main" id="{7A005D06-9E5F-7443-9230-0698D255E511}"/>
              </a:ext>
            </a:extLst>
          </p:cNvPr>
          <p:cNvSpPr>
            <a:spLocks noGrp="1"/>
          </p:cNvSpPr>
          <p:nvPr>
            <p:ph sz="quarter" idx="22" hasCustomPrompt="1"/>
          </p:nvPr>
        </p:nvSpPr>
        <p:spPr>
          <a:xfrm>
            <a:off x="4583113" y="4614042"/>
            <a:ext cx="3025775" cy="1478783"/>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8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Pct val="100000"/>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dirty="0"/>
              <a:t>Text</a:t>
            </a:r>
          </a:p>
        </p:txBody>
      </p:sp>
      <p:sp>
        <p:nvSpPr>
          <p:cNvPr id="18" name="Content Placeholder 20">
            <a:extLst>
              <a:ext uri="{FF2B5EF4-FFF2-40B4-BE49-F238E27FC236}">
                <a16:creationId xmlns:a16="http://schemas.microsoft.com/office/drawing/2014/main" id="{01123FBB-4A46-6B4A-BA45-B31DC6905E51}"/>
              </a:ext>
            </a:extLst>
          </p:cNvPr>
          <p:cNvSpPr>
            <a:spLocks noGrp="1"/>
          </p:cNvSpPr>
          <p:nvPr>
            <p:ph sz="quarter" idx="23" hasCustomPrompt="1"/>
          </p:nvPr>
        </p:nvSpPr>
        <p:spPr>
          <a:xfrm>
            <a:off x="8401051" y="4614042"/>
            <a:ext cx="3024188" cy="1478783"/>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8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Pct val="100000"/>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dirty="0"/>
              <a:t>Text</a:t>
            </a:r>
          </a:p>
        </p:txBody>
      </p:sp>
      <p:sp>
        <p:nvSpPr>
          <p:cNvPr id="19" name="Slide Number Placeholder 5">
            <a:extLst>
              <a:ext uri="{FF2B5EF4-FFF2-40B4-BE49-F238E27FC236}">
                <a16:creationId xmlns:a16="http://schemas.microsoft.com/office/drawing/2014/main" id="{19E90BF8-A5EC-F044-B182-531F647CE688}"/>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dirty="0" smtClean="0">
                <a:solidFill>
                  <a:schemeClr val="tx1"/>
                </a:solidFill>
                <a:latin typeface="+mn-lt"/>
                <a:ea typeface="+mn-ea"/>
                <a:cs typeface="Arial" pitchFamily="34" charset="0"/>
              </a:defRPr>
            </a:lvl1pPr>
          </a:lstStyle>
          <a:p>
            <a:fld id="{525A3C56-E491-49B2-93F3-63532DF516BC}" type="slidenum">
              <a:rPr lang="en-CA" smtClean="0"/>
              <a:pPr/>
              <a:t>‹#›</a:t>
            </a:fld>
            <a:endParaRPr lang="en-CA" dirty="0"/>
          </a:p>
        </p:txBody>
      </p:sp>
    </p:spTree>
    <p:extLst>
      <p:ext uri="{BB962C8B-B14F-4D97-AF65-F5344CB8AC3E}">
        <p14:creationId xmlns:p14="http://schemas.microsoft.com/office/powerpoint/2010/main" val="62067397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Content Picture">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7A19DCD6-2165-FF4F-8E06-154879697ACB}"/>
              </a:ext>
            </a:extLst>
          </p:cNvPr>
          <p:cNvSpPr>
            <a:spLocks noGrp="1"/>
          </p:cNvSpPr>
          <p:nvPr>
            <p:ph type="title" hasCustomPrompt="1"/>
          </p:nvPr>
        </p:nvSpPr>
        <p:spPr>
          <a:xfrm>
            <a:off x="766763" y="684470"/>
            <a:ext cx="10658475" cy="667067"/>
          </a:xfrm>
          <a:prstGeom prst="rect">
            <a:avLst/>
          </a:prstGeom>
        </p:spPr>
        <p:txBody>
          <a:bodyPr vert="horz" lIns="0" tIns="0" rIns="0" bIns="0" rtlCol="0" anchor="t" anchorCtr="0">
            <a:noAutofit/>
          </a:bodyPr>
          <a:lstStyle/>
          <a:p>
            <a:r>
              <a:rPr lang="en-US" noProof="0" dirty="0"/>
              <a:t>Two Content Picture</a:t>
            </a:r>
          </a:p>
        </p:txBody>
      </p:sp>
      <p:sp>
        <p:nvSpPr>
          <p:cNvPr id="5" name="Content Placeholder 20">
            <a:extLst>
              <a:ext uri="{FF2B5EF4-FFF2-40B4-BE49-F238E27FC236}">
                <a16:creationId xmlns:a16="http://schemas.microsoft.com/office/drawing/2014/main" id="{04642528-8FF6-2D41-9E96-06B28BC27D1F}"/>
              </a:ext>
            </a:extLst>
          </p:cNvPr>
          <p:cNvSpPr>
            <a:spLocks noGrp="1"/>
          </p:cNvSpPr>
          <p:nvPr>
            <p:ph sz="quarter" idx="17"/>
          </p:nvPr>
        </p:nvSpPr>
        <p:spPr>
          <a:xfrm>
            <a:off x="766764" y="2613302"/>
            <a:ext cx="4902516" cy="3479524"/>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Pct val="100000"/>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0">
            <a:extLst>
              <a:ext uri="{FF2B5EF4-FFF2-40B4-BE49-F238E27FC236}">
                <a16:creationId xmlns:a16="http://schemas.microsoft.com/office/drawing/2014/main" id="{1F8D1EDC-16DC-1E49-9140-329AB89F3C31}"/>
              </a:ext>
            </a:extLst>
          </p:cNvPr>
          <p:cNvSpPr>
            <a:spLocks noGrp="1"/>
          </p:cNvSpPr>
          <p:nvPr>
            <p:ph sz="quarter" idx="23"/>
          </p:nvPr>
        </p:nvSpPr>
        <p:spPr>
          <a:xfrm>
            <a:off x="6583680" y="2613302"/>
            <a:ext cx="4841558" cy="3479524"/>
          </a:xfrm>
          <a:prstGeom prst="rect">
            <a:avLst/>
          </a:prstGeom>
        </p:spPr>
        <p:txBody>
          <a:bodyPr lIns="0" tIns="0" rIns="0" bIns="0">
            <a:noAutofit/>
          </a:bodyPr>
          <a:lstStyle>
            <a:lvl1pPr marL="0" indent="0">
              <a:spcBef>
                <a:spcPts val="500"/>
              </a:spcBef>
              <a:buClr>
                <a:srgbClr val="000000"/>
              </a:buClr>
              <a:buSzPct val="110000"/>
              <a:buFont typeface="Arial" pitchFamily="34" charset="0"/>
              <a:buNone/>
              <a:defRPr sz="2000">
                <a:solidFill>
                  <a:schemeClr val="tx1"/>
                </a:solidFill>
                <a:latin typeface="Arial" pitchFamily="34" charset="0"/>
              </a:defRPr>
            </a:lvl1pPr>
            <a:lvl2pPr marL="263525" indent="-263525">
              <a:spcBef>
                <a:spcPts val="500"/>
              </a:spcBef>
              <a:buClr>
                <a:srgbClr val="000000"/>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rgbClr val="000000"/>
              </a:buClr>
              <a:buSzPct val="100000"/>
              <a:buFont typeface="Calibri" panose="020F0502020204030204" pitchFamily="34" charset="0"/>
              <a:buChar char="–"/>
              <a:defRPr sz="1800">
                <a:solidFill>
                  <a:schemeClr val="tx1"/>
                </a:solidFill>
                <a:latin typeface="Arial" pitchFamily="34" charset="0"/>
              </a:defRPr>
            </a:lvl3pPr>
            <a:lvl4pPr marL="811213" indent="-274638">
              <a:spcBef>
                <a:spcPts val="500"/>
              </a:spcBef>
              <a:buClr>
                <a:srgbClr val="000000"/>
              </a:buClr>
              <a:buSzPct val="110000"/>
              <a:buFont typeface="Wingdings" pitchFamily="2" charset="2"/>
              <a:buChar char="§"/>
              <a:defRPr sz="1600">
                <a:solidFill>
                  <a:schemeClr val="tx1"/>
                </a:solidFill>
                <a:latin typeface="Arial" pitchFamily="34" charset="0"/>
              </a:defRPr>
            </a:lvl4pPr>
            <a:lvl5pPr marL="1074738" indent="-263525">
              <a:spcBef>
                <a:spcPts val="5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20">
            <a:extLst>
              <a:ext uri="{FF2B5EF4-FFF2-40B4-BE49-F238E27FC236}">
                <a16:creationId xmlns:a16="http://schemas.microsoft.com/office/drawing/2014/main" id="{F042210E-DA66-4F45-8CAD-D964E0E37981}"/>
              </a:ext>
            </a:extLst>
          </p:cNvPr>
          <p:cNvSpPr>
            <a:spLocks noGrp="1"/>
          </p:cNvSpPr>
          <p:nvPr>
            <p:ph sz="quarter" idx="24"/>
          </p:nvPr>
        </p:nvSpPr>
        <p:spPr>
          <a:xfrm>
            <a:off x="766763" y="1557338"/>
            <a:ext cx="10658475" cy="838200"/>
          </a:xfrm>
          <a:prstGeom prst="rect">
            <a:avLst/>
          </a:prstGeom>
        </p:spPr>
        <p:txBody>
          <a:bodyPr lIns="0" tIns="0" rIns="0" bIns="0">
            <a:noAutofit/>
          </a:bodyPr>
          <a:lstStyle>
            <a:lvl1pPr marL="0" indent="0">
              <a:spcBef>
                <a:spcPts val="500"/>
              </a:spcBef>
              <a:buClr>
                <a:srgbClr val="000000"/>
              </a:buClr>
              <a:buSzPct val="110000"/>
              <a:buFont typeface="Arial" pitchFamily="34" charset="0"/>
              <a:buNone/>
              <a:defRPr sz="2000">
                <a:solidFill>
                  <a:schemeClr val="tx1"/>
                </a:solidFill>
                <a:latin typeface="Arial" pitchFamily="34" charset="0"/>
              </a:defRPr>
            </a:lvl1pPr>
            <a:lvl2pPr marL="263525" indent="-263525">
              <a:spcBef>
                <a:spcPts val="500"/>
              </a:spcBef>
              <a:buClr>
                <a:srgbClr val="000000"/>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rgbClr val="000000"/>
              </a:buClr>
              <a:buSzPct val="110000"/>
              <a:buFont typeface="Arial" pitchFamily="34" charset="0"/>
              <a:buChar char="•"/>
              <a:defRPr sz="1800">
                <a:solidFill>
                  <a:schemeClr val="tx1"/>
                </a:solidFill>
                <a:latin typeface="Arial" pitchFamily="34" charset="0"/>
              </a:defRPr>
            </a:lvl3pPr>
            <a:lvl4pPr marL="811213" indent="-274638">
              <a:spcBef>
                <a:spcPts val="500"/>
              </a:spcBef>
              <a:buClr>
                <a:srgbClr val="000000"/>
              </a:buClr>
              <a:buSzPct val="110000"/>
              <a:buFont typeface="Wingdings" pitchFamily="2" charset="2"/>
              <a:buChar char="§"/>
              <a:defRPr sz="1600">
                <a:solidFill>
                  <a:schemeClr val="tx1"/>
                </a:solidFill>
                <a:latin typeface="Arial" pitchFamily="34" charset="0"/>
              </a:defRPr>
            </a:lvl4pPr>
            <a:lvl5pPr marL="1074738" indent="-263525">
              <a:spcBef>
                <a:spcPts val="5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Edit Master text styles</a:t>
            </a:r>
          </a:p>
          <a:p>
            <a:pPr lvl="1"/>
            <a:r>
              <a:rPr lang="en-US"/>
              <a:t>Second level</a:t>
            </a:r>
          </a:p>
        </p:txBody>
      </p:sp>
      <p:sp>
        <p:nvSpPr>
          <p:cNvPr id="8" name="Slide Number Placeholder 5">
            <a:extLst>
              <a:ext uri="{FF2B5EF4-FFF2-40B4-BE49-F238E27FC236}">
                <a16:creationId xmlns:a16="http://schemas.microsoft.com/office/drawing/2014/main" id="{5173D1E9-C3A6-5C42-AC76-11711669ACC4}"/>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dirty="0" smtClean="0">
                <a:solidFill>
                  <a:schemeClr val="tx1"/>
                </a:solidFill>
                <a:latin typeface="+mn-lt"/>
                <a:ea typeface="+mn-ea"/>
                <a:cs typeface="Arial" pitchFamily="34" charset="0"/>
              </a:defRPr>
            </a:lvl1pPr>
          </a:lstStyle>
          <a:p>
            <a:fld id="{525A3C56-E491-49B2-93F3-63532DF516BC}" type="slidenum">
              <a:rPr lang="en-CA" smtClean="0"/>
              <a:pPr/>
              <a:t>‹#›</a:t>
            </a:fld>
            <a:endParaRPr lang="en-CA" dirty="0"/>
          </a:p>
        </p:txBody>
      </p:sp>
    </p:spTree>
    <p:extLst>
      <p:ext uri="{BB962C8B-B14F-4D97-AF65-F5344CB8AC3E}">
        <p14:creationId xmlns:p14="http://schemas.microsoft.com/office/powerpoint/2010/main" val="210553676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Large Image">
    <p:spTree>
      <p:nvGrpSpPr>
        <p:cNvPr id="1" name=""/>
        <p:cNvGrpSpPr/>
        <p:nvPr/>
      </p:nvGrpSpPr>
      <p:grpSpPr>
        <a:xfrm>
          <a:off x="0" y="0"/>
          <a:ext cx="0" cy="0"/>
          <a:chOff x="0" y="0"/>
          <a:chExt cx="0" cy="0"/>
        </a:xfrm>
      </p:grpSpPr>
      <p:sp>
        <p:nvSpPr>
          <p:cNvPr id="4" name="Picture Placeholder 20">
            <a:extLst>
              <a:ext uri="{FF2B5EF4-FFF2-40B4-BE49-F238E27FC236}">
                <a16:creationId xmlns:a16="http://schemas.microsoft.com/office/drawing/2014/main" id="{420CEB52-B65A-D743-A3ED-12AE04915047}"/>
              </a:ext>
            </a:extLst>
          </p:cNvPr>
          <p:cNvSpPr>
            <a:spLocks noGrp="1"/>
          </p:cNvSpPr>
          <p:nvPr>
            <p:ph type="pic" sz="quarter" idx="14"/>
          </p:nvPr>
        </p:nvSpPr>
        <p:spPr>
          <a:xfrm>
            <a:off x="766762" y="1543050"/>
            <a:ext cx="10658476" cy="3517594"/>
          </a:xfrm>
          <a:prstGeom prst="rect">
            <a:avLst/>
          </a:prstGeom>
        </p:spPr>
        <p:txBody>
          <a:bodyPr lIns="0" tIns="0" rIns="0" bIns="0">
            <a:noAutofit/>
          </a:bodyPr>
          <a:lstStyle>
            <a:lvl1pPr>
              <a:buNone/>
              <a:defRPr lang="en-GB" sz="1800" kern="1200" baseline="0" noProof="0" dirty="0" smtClean="0">
                <a:solidFill>
                  <a:schemeClr val="tx1"/>
                </a:solidFill>
                <a:latin typeface="Arial" pitchFamily="34" charset="0"/>
                <a:ea typeface="+mn-ea"/>
                <a:cs typeface="+mn-cs"/>
              </a:defRPr>
            </a:lvl1pPr>
          </a:lstStyle>
          <a:p>
            <a:r>
              <a:rPr lang="en-US"/>
              <a:t>Click icon to add picture</a:t>
            </a:r>
            <a:endParaRPr lang="en-US" dirty="0"/>
          </a:p>
        </p:txBody>
      </p:sp>
      <p:sp>
        <p:nvSpPr>
          <p:cNvPr id="5" name="Title Placeholder 1">
            <a:extLst>
              <a:ext uri="{FF2B5EF4-FFF2-40B4-BE49-F238E27FC236}">
                <a16:creationId xmlns:a16="http://schemas.microsoft.com/office/drawing/2014/main" id="{023D73AD-1DE7-2743-9226-A7A91D16B7A4}"/>
              </a:ext>
            </a:extLst>
          </p:cNvPr>
          <p:cNvSpPr>
            <a:spLocks noGrp="1"/>
          </p:cNvSpPr>
          <p:nvPr>
            <p:ph type="title" hasCustomPrompt="1"/>
          </p:nvPr>
        </p:nvSpPr>
        <p:spPr>
          <a:xfrm>
            <a:off x="766763" y="684000"/>
            <a:ext cx="10658475" cy="589597"/>
          </a:xfrm>
          <a:prstGeom prst="rect">
            <a:avLst/>
          </a:prstGeom>
        </p:spPr>
        <p:txBody>
          <a:bodyPr vert="horz" lIns="0" tIns="0" rIns="0" bIns="0" rtlCol="0" anchor="t" anchorCtr="0">
            <a:noAutofit/>
          </a:bodyPr>
          <a:lstStyle/>
          <a:p>
            <a:r>
              <a:rPr lang="en-US" noProof="0" dirty="0"/>
              <a:t>Large Image</a:t>
            </a:r>
          </a:p>
        </p:txBody>
      </p:sp>
      <p:sp>
        <p:nvSpPr>
          <p:cNvPr id="6" name="Content Placeholder 20">
            <a:extLst>
              <a:ext uri="{FF2B5EF4-FFF2-40B4-BE49-F238E27FC236}">
                <a16:creationId xmlns:a16="http://schemas.microsoft.com/office/drawing/2014/main" id="{483732CE-175A-AE46-915A-9D42DBB49026}"/>
              </a:ext>
            </a:extLst>
          </p:cNvPr>
          <p:cNvSpPr>
            <a:spLocks noGrp="1"/>
          </p:cNvSpPr>
          <p:nvPr>
            <p:ph sz="quarter" idx="17" hasCustomPrompt="1"/>
          </p:nvPr>
        </p:nvSpPr>
        <p:spPr>
          <a:xfrm>
            <a:off x="766763" y="5349240"/>
            <a:ext cx="10658475" cy="743585"/>
          </a:xfrm>
          <a:prstGeom prst="rect">
            <a:avLst/>
          </a:prstGeom>
        </p:spPr>
        <p:txBody>
          <a:bodyPr lIns="0" tIns="0" rIns="0" bIns="0">
            <a:noAutofit/>
          </a:bodyPr>
          <a:lstStyle>
            <a:lvl1pPr marL="0" indent="0">
              <a:spcBef>
                <a:spcPts val="500"/>
              </a:spcBef>
              <a:buClr>
                <a:srgbClr val="000000"/>
              </a:buClr>
              <a:buSzPct val="110000"/>
              <a:buFont typeface="Arial" pitchFamily="34" charset="0"/>
              <a:buNone/>
              <a:defRPr sz="2000">
                <a:solidFill>
                  <a:schemeClr val="tx1"/>
                </a:solidFill>
                <a:latin typeface="Arial" pitchFamily="34" charset="0"/>
              </a:defRPr>
            </a:lvl1pPr>
            <a:lvl2pPr marL="263525" indent="-263525">
              <a:spcBef>
                <a:spcPts val="500"/>
              </a:spcBef>
              <a:buClr>
                <a:srgbClr val="000000"/>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rgbClr val="000000"/>
              </a:buClr>
              <a:buSzPct val="100000"/>
              <a:buFont typeface="Calibri" panose="020F0502020204030204" pitchFamily="34" charset="0"/>
              <a:buChar char="–"/>
              <a:defRPr sz="1800">
                <a:solidFill>
                  <a:schemeClr val="tx1"/>
                </a:solidFill>
                <a:latin typeface="Arial" pitchFamily="34" charset="0"/>
              </a:defRPr>
            </a:lvl3pPr>
            <a:lvl4pPr marL="811213" indent="-274638">
              <a:spcBef>
                <a:spcPts val="500"/>
              </a:spcBef>
              <a:buClr>
                <a:srgbClr val="000000"/>
              </a:buClr>
              <a:buSzPct val="110000"/>
              <a:buFont typeface="Wingdings" pitchFamily="2" charset="2"/>
              <a:buChar char="§"/>
              <a:defRPr sz="1600">
                <a:solidFill>
                  <a:schemeClr val="tx1"/>
                </a:solidFill>
                <a:latin typeface="Arial" pitchFamily="34" charset="0"/>
              </a:defRPr>
            </a:lvl4pPr>
            <a:lvl5pPr marL="1074738" indent="-263525">
              <a:spcBef>
                <a:spcPts val="5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dirty="0"/>
              <a:t>Text</a:t>
            </a:r>
          </a:p>
        </p:txBody>
      </p:sp>
      <p:sp>
        <p:nvSpPr>
          <p:cNvPr id="7" name="Slide Number Placeholder 5">
            <a:extLst>
              <a:ext uri="{FF2B5EF4-FFF2-40B4-BE49-F238E27FC236}">
                <a16:creationId xmlns:a16="http://schemas.microsoft.com/office/drawing/2014/main" id="{470662E6-3FE4-A34A-B7BF-633F17691C65}"/>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dirty="0" smtClean="0">
                <a:solidFill>
                  <a:schemeClr val="tx1"/>
                </a:solidFill>
                <a:latin typeface="+mn-lt"/>
                <a:ea typeface="+mn-ea"/>
                <a:cs typeface="Arial" pitchFamily="34" charset="0"/>
              </a:defRPr>
            </a:lvl1pPr>
          </a:lstStyle>
          <a:p>
            <a:fld id="{525A3C56-E491-49B2-93F3-63532DF516BC}" type="slidenum">
              <a:rPr lang="en-CA" smtClean="0"/>
              <a:pPr/>
              <a:t>‹#›</a:t>
            </a:fld>
            <a:endParaRPr lang="en-CA" dirty="0"/>
          </a:p>
        </p:txBody>
      </p:sp>
      <p:sp>
        <p:nvSpPr>
          <p:cNvPr id="8" name="TextBox 7">
            <a:extLst>
              <a:ext uri="{FF2B5EF4-FFF2-40B4-BE49-F238E27FC236}">
                <a16:creationId xmlns:a16="http://schemas.microsoft.com/office/drawing/2014/main" id="{E61AAB56-5C60-234D-ACF5-C538156D1F50}"/>
              </a:ext>
            </a:extLst>
          </p:cNvPr>
          <p:cNvSpPr txBox="1"/>
          <p:nvPr userDrawn="1"/>
        </p:nvSpPr>
        <p:spPr>
          <a:xfrm>
            <a:off x="2480310" y="948690"/>
            <a:ext cx="0" cy="0"/>
          </a:xfrm>
          <a:prstGeom prst="rect">
            <a:avLst/>
          </a:prstGeom>
        </p:spPr>
        <p:txBody>
          <a:bodyPr vert="horz" wrap="none" lIns="0" tIns="0" rIns="0" bIns="0" rtlCol="0" anchor="t" anchorCtr="0">
            <a:noAutofit/>
          </a:bodyPr>
          <a:lstStyle/>
          <a:p>
            <a:pPr algn="l"/>
            <a:endParaRPr lang="en-CA" dirty="0"/>
          </a:p>
        </p:txBody>
      </p:sp>
    </p:spTree>
    <p:extLst>
      <p:ext uri="{BB962C8B-B14F-4D97-AF65-F5344CB8AC3E}">
        <p14:creationId xmlns:p14="http://schemas.microsoft.com/office/powerpoint/2010/main" val="368750242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9950F591-6698-174F-81A5-43CD769B1073}"/>
              </a:ext>
            </a:extLst>
          </p:cNvPr>
          <p:cNvSpPr>
            <a:spLocks noGrp="1"/>
          </p:cNvSpPr>
          <p:nvPr>
            <p:ph idx="1" hasCustomPrompt="1"/>
          </p:nvPr>
        </p:nvSpPr>
        <p:spPr>
          <a:xfrm>
            <a:off x="766763" y="1557338"/>
            <a:ext cx="10658475" cy="347341"/>
          </a:xfrm>
          <a:prstGeom prst="rect">
            <a:avLst/>
          </a:prstGeom>
        </p:spPr>
        <p:txBody>
          <a:bodyPr lIns="0" tIns="0" rIns="0" bIns="0">
            <a:noAutofit/>
          </a:bodyPr>
          <a:lstStyle>
            <a:lvl1pPr marL="0" indent="0">
              <a:spcBef>
                <a:spcPts val="600"/>
              </a:spcBef>
              <a:buSzPct val="120000"/>
              <a:buFont typeface="Arial" pitchFamily="34" charset="0"/>
              <a:buNone/>
              <a:defRPr sz="1600" baseline="0">
                <a:solidFill>
                  <a:schemeClr val="tx1"/>
                </a:solidFill>
                <a:latin typeface="Arial" pitchFamily="34" charset="0"/>
              </a:defRPr>
            </a:lvl1pPr>
            <a:lvl2pPr marL="273050" indent="-265113">
              <a:spcBef>
                <a:spcPts val="600"/>
              </a:spcBef>
              <a:buClr>
                <a:schemeClr val="tx2"/>
              </a:buClr>
              <a:buSzPct val="120000"/>
              <a:buFont typeface="Verdana" pitchFamily="34" charset="0"/>
              <a:buChar char="•"/>
              <a:defRPr sz="1600">
                <a:solidFill>
                  <a:schemeClr val="tx1"/>
                </a:solidFill>
              </a:defRPr>
            </a:lvl2pPr>
            <a:lvl3pPr marL="631825" indent="-216000">
              <a:spcBef>
                <a:spcPts val="600"/>
              </a:spcBef>
              <a:buFont typeface="Verdana" pitchFamily="34" charset="0"/>
              <a:buChar char="−"/>
              <a:tabLst/>
              <a:defRPr sz="1600">
                <a:solidFill>
                  <a:schemeClr val="tx1"/>
                </a:solidFill>
              </a:defRPr>
            </a:lvl3pPr>
            <a:lvl4pPr marL="804863" indent="-216000">
              <a:spcBef>
                <a:spcPts val="600"/>
              </a:spcBef>
              <a:buFont typeface="Verdana" pitchFamily="34" charset="0"/>
              <a:buChar char="−"/>
              <a:defRPr sz="1400">
                <a:solidFill>
                  <a:schemeClr val="tx1"/>
                </a:solidFill>
              </a:defRPr>
            </a:lvl4pPr>
            <a:lvl5pPr marL="977900" indent="-216000">
              <a:spcBef>
                <a:spcPts val="600"/>
              </a:spcBef>
              <a:buFont typeface="Arial" pitchFamily="34" charset="0"/>
              <a:buChar char="-"/>
              <a:defRPr sz="1400">
                <a:solidFill>
                  <a:schemeClr val="tx1"/>
                </a:solidFill>
              </a:defRPr>
            </a:lvl5pPr>
            <a:lvl6pPr marL="871538" indent="-174625">
              <a:spcBef>
                <a:spcPts val="600"/>
              </a:spcBef>
              <a:defRPr sz="1400"/>
            </a:lvl6pPr>
            <a:lvl7pPr marL="1168400" indent="-216000">
              <a:spcBef>
                <a:spcPts val="600"/>
              </a:spcBef>
              <a:defRPr sz="1400">
                <a:solidFill>
                  <a:schemeClr val="tx1"/>
                </a:solidFill>
              </a:defRPr>
            </a:lvl7pPr>
          </a:lstStyle>
          <a:p>
            <a:pPr lvl="0"/>
            <a:r>
              <a:rPr lang="en-US" noProof="0" dirty="0"/>
              <a:t>Click to enter text</a:t>
            </a:r>
          </a:p>
        </p:txBody>
      </p:sp>
      <p:sp>
        <p:nvSpPr>
          <p:cNvPr id="5" name="Picture Placeholder 20">
            <a:extLst>
              <a:ext uri="{FF2B5EF4-FFF2-40B4-BE49-F238E27FC236}">
                <a16:creationId xmlns:a16="http://schemas.microsoft.com/office/drawing/2014/main" id="{98B63CA1-A686-354F-9B7A-AF51E599D9B3}"/>
              </a:ext>
            </a:extLst>
          </p:cNvPr>
          <p:cNvSpPr>
            <a:spLocks noGrp="1"/>
          </p:cNvSpPr>
          <p:nvPr>
            <p:ph type="pic" sz="quarter" idx="14"/>
          </p:nvPr>
        </p:nvSpPr>
        <p:spPr>
          <a:xfrm>
            <a:off x="766763" y="2052242"/>
            <a:ext cx="10658476" cy="4040584"/>
          </a:xfrm>
          <a:prstGeom prst="rect">
            <a:avLst/>
          </a:prstGeom>
        </p:spPr>
        <p:txBody>
          <a:bodyPr lIns="0" tIns="0" rIns="0" bIns="0">
            <a:noAutofit/>
          </a:bodyPr>
          <a:lstStyle>
            <a:lvl1pPr>
              <a:buNone/>
              <a:defRPr lang="en-GB" sz="1800" kern="1200" baseline="0" noProof="0" dirty="0" smtClean="0">
                <a:solidFill>
                  <a:schemeClr val="tx1"/>
                </a:solidFill>
                <a:latin typeface="Arial" pitchFamily="34" charset="0"/>
                <a:ea typeface="+mn-ea"/>
                <a:cs typeface="+mn-cs"/>
              </a:defRPr>
            </a:lvl1pPr>
          </a:lstStyle>
          <a:p>
            <a:r>
              <a:rPr lang="en-US"/>
              <a:t>Click icon to add picture</a:t>
            </a:r>
            <a:endParaRPr lang="en-US" dirty="0"/>
          </a:p>
        </p:txBody>
      </p:sp>
      <p:sp>
        <p:nvSpPr>
          <p:cNvPr id="6" name="Title Placeholder 1">
            <a:extLst>
              <a:ext uri="{FF2B5EF4-FFF2-40B4-BE49-F238E27FC236}">
                <a16:creationId xmlns:a16="http://schemas.microsoft.com/office/drawing/2014/main" id="{D4E11DA7-0585-0C47-A225-82B868CFC1C1}"/>
              </a:ext>
            </a:extLst>
          </p:cNvPr>
          <p:cNvSpPr>
            <a:spLocks noGrp="1"/>
          </p:cNvSpPr>
          <p:nvPr>
            <p:ph type="title" hasCustomPrompt="1"/>
          </p:nvPr>
        </p:nvSpPr>
        <p:spPr>
          <a:xfrm>
            <a:off x="766763" y="684000"/>
            <a:ext cx="10658475" cy="667068"/>
          </a:xfrm>
          <a:prstGeom prst="rect">
            <a:avLst/>
          </a:prstGeom>
        </p:spPr>
        <p:txBody>
          <a:bodyPr vert="horz" lIns="0" tIns="0" rIns="0" bIns="0" rtlCol="0" anchor="t" anchorCtr="0">
            <a:noAutofit/>
          </a:bodyPr>
          <a:lstStyle/>
          <a:p>
            <a:r>
              <a:rPr lang="en-US" noProof="0" dirty="0"/>
              <a:t>Picture with Caption</a:t>
            </a:r>
          </a:p>
        </p:txBody>
      </p:sp>
      <p:sp>
        <p:nvSpPr>
          <p:cNvPr id="7" name="Slide Number Placeholder 5">
            <a:extLst>
              <a:ext uri="{FF2B5EF4-FFF2-40B4-BE49-F238E27FC236}">
                <a16:creationId xmlns:a16="http://schemas.microsoft.com/office/drawing/2014/main" id="{00831232-776B-724A-A622-0B2D2052FA74}"/>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dirty="0" smtClean="0">
                <a:solidFill>
                  <a:schemeClr val="tx1"/>
                </a:solidFill>
                <a:latin typeface="+mn-lt"/>
                <a:ea typeface="+mn-ea"/>
                <a:cs typeface="Arial" pitchFamily="34" charset="0"/>
              </a:defRPr>
            </a:lvl1pPr>
          </a:lstStyle>
          <a:p>
            <a:fld id="{525A3C56-E491-49B2-93F3-63532DF516BC}" type="slidenum">
              <a:rPr lang="en-CA" smtClean="0"/>
              <a:pPr/>
              <a:t>‹#›</a:t>
            </a:fld>
            <a:endParaRPr lang="en-CA" dirty="0"/>
          </a:p>
        </p:txBody>
      </p:sp>
    </p:spTree>
    <p:extLst>
      <p:ext uri="{BB962C8B-B14F-4D97-AF65-F5344CB8AC3E}">
        <p14:creationId xmlns:p14="http://schemas.microsoft.com/office/powerpoint/2010/main" val="389016414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Graphic device and text">
    <p:spTree>
      <p:nvGrpSpPr>
        <p:cNvPr id="1" name=""/>
        <p:cNvGrpSpPr/>
        <p:nvPr/>
      </p:nvGrpSpPr>
      <p:grpSpPr>
        <a:xfrm>
          <a:off x="0" y="0"/>
          <a:ext cx="0" cy="0"/>
          <a:chOff x="0" y="0"/>
          <a:chExt cx="0" cy="0"/>
        </a:xfrm>
      </p:grpSpPr>
      <p:sp>
        <p:nvSpPr>
          <p:cNvPr id="11" name="Espace réservé pour une image  17">
            <a:extLst>
              <a:ext uri="{FF2B5EF4-FFF2-40B4-BE49-F238E27FC236}">
                <a16:creationId xmlns:a16="http://schemas.microsoft.com/office/drawing/2014/main" id="{158CC81F-693C-7745-ACBD-E267DB1433AB}"/>
              </a:ext>
            </a:extLst>
          </p:cNvPr>
          <p:cNvSpPr>
            <a:spLocks noGrp="1" noChangeAspect="1"/>
          </p:cNvSpPr>
          <p:nvPr>
            <p:ph type="pic" sz="quarter" idx="11" hasCustomPrompt="1"/>
          </p:nvPr>
        </p:nvSpPr>
        <p:spPr>
          <a:xfrm>
            <a:off x="785728" y="765526"/>
            <a:ext cx="5327298" cy="5327299"/>
          </a:xfrm>
          <a:custGeom>
            <a:avLst/>
            <a:gdLst>
              <a:gd name="connsiteX0" fmla="*/ 0 w 6003155"/>
              <a:gd name="connsiteY0" fmla="*/ 0 h 6003156"/>
              <a:gd name="connsiteX1" fmla="*/ 6003155 w 6003155"/>
              <a:gd name="connsiteY1" fmla="*/ 0 h 6003156"/>
              <a:gd name="connsiteX2" fmla="*/ 6003155 w 6003155"/>
              <a:gd name="connsiteY2" fmla="*/ 1 h 6003156"/>
              <a:gd name="connsiteX3" fmla="*/ 6003155 w 6003155"/>
              <a:gd name="connsiteY3" fmla="*/ 2404742 h 6003156"/>
              <a:gd name="connsiteX4" fmla="*/ 6003155 w 6003155"/>
              <a:gd name="connsiteY4" fmla="*/ 6003156 h 6003156"/>
              <a:gd name="connsiteX5" fmla="*/ 3598413 w 6003155"/>
              <a:gd name="connsiteY5" fmla="*/ 6003156 h 6003156"/>
              <a:gd name="connsiteX6" fmla="*/ 3598413 w 6003155"/>
              <a:gd name="connsiteY6" fmla="*/ 2404742 h 6003156"/>
              <a:gd name="connsiteX7" fmla="*/ 0 w 6003155"/>
              <a:gd name="connsiteY7" fmla="*/ 2404742 h 6003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3155" h="6003156">
                <a:moveTo>
                  <a:pt x="0" y="0"/>
                </a:moveTo>
                <a:lnTo>
                  <a:pt x="6003155" y="0"/>
                </a:lnTo>
                <a:lnTo>
                  <a:pt x="6003155" y="1"/>
                </a:lnTo>
                <a:lnTo>
                  <a:pt x="6003155" y="2404742"/>
                </a:lnTo>
                <a:lnTo>
                  <a:pt x="6003155" y="6003156"/>
                </a:lnTo>
                <a:lnTo>
                  <a:pt x="3598413" y="6003156"/>
                </a:lnTo>
                <a:lnTo>
                  <a:pt x="3598413" y="2404742"/>
                </a:lnTo>
                <a:lnTo>
                  <a:pt x="0" y="2404742"/>
                </a:lnTo>
                <a:close/>
              </a:path>
            </a:pathLst>
          </a:custGeom>
        </p:spPr>
        <p:txBody>
          <a:bodyPr wrap="square">
            <a:noAutofit/>
          </a:bodyPr>
          <a:lstStyle>
            <a:lvl1pPr marL="0" indent="0">
              <a:buNone/>
              <a:defRPr/>
            </a:lvl1pPr>
          </a:lstStyle>
          <a:p>
            <a:r>
              <a:rPr lang="en-CA" sz="3200" dirty="0">
                <a:cs typeface="Arial" pitchFamily="34" charset="0"/>
              </a:rPr>
              <a:t>Click on the Image icon to change with a new picture located on your computer</a:t>
            </a:r>
            <a:endParaRPr lang="fr-FR" dirty="0"/>
          </a:p>
        </p:txBody>
      </p:sp>
      <p:sp>
        <p:nvSpPr>
          <p:cNvPr id="15" name="Title Placeholder 1">
            <a:extLst>
              <a:ext uri="{FF2B5EF4-FFF2-40B4-BE49-F238E27FC236}">
                <a16:creationId xmlns:a16="http://schemas.microsoft.com/office/drawing/2014/main" id="{F7349B97-C28F-3B44-B284-12F2C2ABD73C}"/>
              </a:ext>
            </a:extLst>
          </p:cNvPr>
          <p:cNvSpPr>
            <a:spLocks noGrp="1"/>
          </p:cNvSpPr>
          <p:nvPr>
            <p:ph type="title" hasCustomPrompt="1"/>
          </p:nvPr>
        </p:nvSpPr>
        <p:spPr>
          <a:xfrm>
            <a:off x="6888163" y="684000"/>
            <a:ext cx="4537075" cy="611189"/>
          </a:xfrm>
          <a:prstGeom prst="rect">
            <a:avLst/>
          </a:prstGeom>
        </p:spPr>
        <p:txBody>
          <a:bodyPr vert="horz" lIns="0" tIns="0" rIns="0" bIns="0" rtlCol="0" anchor="t" anchorCtr="0">
            <a:noAutofit/>
          </a:bodyPr>
          <a:lstStyle/>
          <a:p>
            <a:r>
              <a:rPr lang="en-CA" noProof="0" dirty="0"/>
              <a:t>Title</a:t>
            </a:r>
          </a:p>
        </p:txBody>
      </p:sp>
      <p:sp>
        <p:nvSpPr>
          <p:cNvPr id="8" name="Slide Number Placeholder 5">
            <a:extLst>
              <a:ext uri="{FF2B5EF4-FFF2-40B4-BE49-F238E27FC236}">
                <a16:creationId xmlns:a16="http://schemas.microsoft.com/office/drawing/2014/main" id="{6EAD3CFF-35F0-EE42-99CF-7B91F8844AF8}"/>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dirty="0" smtClean="0">
                <a:solidFill>
                  <a:schemeClr val="tx1"/>
                </a:solidFill>
                <a:latin typeface="+mn-lt"/>
                <a:ea typeface="+mn-ea"/>
                <a:cs typeface="Arial" pitchFamily="34" charset="0"/>
              </a:defRPr>
            </a:lvl1pPr>
          </a:lstStyle>
          <a:p>
            <a:fld id="{525A3C56-E491-49B2-93F3-63532DF516BC}" type="slidenum">
              <a:rPr lang="en-CA" smtClean="0"/>
              <a:pPr/>
              <a:t>‹#›</a:t>
            </a:fld>
            <a:endParaRPr lang="en-CA" dirty="0"/>
          </a:p>
        </p:txBody>
      </p:sp>
      <p:sp>
        <p:nvSpPr>
          <p:cNvPr id="9" name="Content Placeholder 20">
            <a:extLst>
              <a:ext uri="{FF2B5EF4-FFF2-40B4-BE49-F238E27FC236}">
                <a16:creationId xmlns:a16="http://schemas.microsoft.com/office/drawing/2014/main" id="{724BBC96-0D1F-2C4D-B3B5-A7EE6A8D87D1}"/>
              </a:ext>
            </a:extLst>
          </p:cNvPr>
          <p:cNvSpPr>
            <a:spLocks noGrp="1"/>
          </p:cNvSpPr>
          <p:nvPr>
            <p:ph sz="quarter" idx="18"/>
          </p:nvPr>
        </p:nvSpPr>
        <p:spPr>
          <a:xfrm>
            <a:off x="6888163" y="1684422"/>
            <a:ext cx="4537075" cy="4408404"/>
          </a:xfrm>
          <a:prstGeom prst="rect">
            <a:avLst/>
          </a:prstGeom>
        </p:spPr>
        <p:txBody>
          <a:bodyPr lIns="0" tIns="0" rIns="0" bIns="0">
            <a:noAutofit/>
          </a:bodyPr>
          <a:lstStyle>
            <a:lvl1pPr marL="0" indent="0">
              <a:spcBef>
                <a:spcPts val="0"/>
              </a:spcBef>
              <a:buClrTx/>
              <a:buSzPct val="100000"/>
              <a:buFont typeface="Arial" pitchFamily="34" charset="0"/>
              <a:buNone/>
              <a:defRPr sz="2000">
                <a:solidFill>
                  <a:schemeClr val="tx1"/>
                </a:solidFill>
                <a:latin typeface="Arial" pitchFamily="34" charset="0"/>
              </a:defRPr>
            </a:lvl1pPr>
            <a:lvl2pPr marL="263525" indent="-263525">
              <a:spcBef>
                <a:spcPts val="500"/>
              </a:spcBef>
              <a:buClrTx/>
              <a:buSzPct val="100000"/>
              <a:buFont typeface="Arial" pitchFamily="34" charset="0"/>
              <a:buChar char="•"/>
              <a:defRPr sz="2000" baseline="0">
                <a:solidFill>
                  <a:schemeClr val="tx1"/>
                </a:solidFill>
                <a:latin typeface="Arial" pitchFamily="34" charset="0"/>
              </a:defRPr>
            </a:lvl2pPr>
            <a:lvl3pPr marL="536575" indent="-273050">
              <a:spcBef>
                <a:spcPts val="500"/>
              </a:spcBef>
              <a:buClrTx/>
              <a:buSzPct val="100000"/>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Pct val="100000"/>
              <a:buFont typeface="Wingdings" panose="05000000000000000000" pitchFamily="2" charset="2"/>
              <a:buChar char="§"/>
              <a:defRPr sz="1600">
                <a:solidFill>
                  <a:schemeClr val="tx1"/>
                </a:solidFill>
                <a:latin typeface="Arial" pitchFamily="34" charset="0"/>
              </a:defRPr>
            </a:lvl4pPr>
            <a:lvl5pPr marL="1074738" indent="-263525">
              <a:spcBef>
                <a:spcPts val="500"/>
              </a:spcBef>
              <a:buClrTx/>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32356918"/>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9AF54B69-F2F9-F04B-B242-EB97229446DE}"/>
              </a:ext>
            </a:extLst>
          </p:cNvPr>
          <p:cNvSpPr>
            <a:spLocks noGrp="1"/>
          </p:cNvSpPr>
          <p:nvPr>
            <p:ph type="title" hasCustomPrompt="1"/>
          </p:nvPr>
        </p:nvSpPr>
        <p:spPr>
          <a:xfrm>
            <a:off x="766763" y="684000"/>
            <a:ext cx="10658475" cy="541112"/>
          </a:xfrm>
          <a:prstGeom prst="rect">
            <a:avLst/>
          </a:prstGeom>
        </p:spPr>
        <p:txBody>
          <a:bodyPr vert="horz" lIns="0" tIns="0" rIns="0" bIns="0" rtlCol="0" anchor="t" anchorCtr="0">
            <a:noAutofit/>
          </a:bodyPr>
          <a:lstStyle>
            <a:lvl1pPr>
              <a:defRPr>
                <a:solidFill>
                  <a:schemeClr val="tx1"/>
                </a:solidFill>
              </a:defRPr>
            </a:lvl1pPr>
          </a:lstStyle>
          <a:p>
            <a:r>
              <a:rPr lang="en-CA" dirty="0"/>
              <a:t>Standard text slide</a:t>
            </a:r>
            <a:endParaRPr lang="en-US" noProof="0" dirty="0"/>
          </a:p>
        </p:txBody>
      </p:sp>
      <p:sp>
        <p:nvSpPr>
          <p:cNvPr id="5" name="Content Placeholder 20">
            <a:extLst>
              <a:ext uri="{FF2B5EF4-FFF2-40B4-BE49-F238E27FC236}">
                <a16:creationId xmlns:a16="http://schemas.microsoft.com/office/drawing/2014/main" id="{6A54173B-8497-A140-8F24-1AF3E1B758D8}"/>
              </a:ext>
            </a:extLst>
          </p:cNvPr>
          <p:cNvSpPr>
            <a:spLocks noGrp="1"/>
          </p:cNvSpPr>
          <p:nvPr>
            <p:ph sz="quarter" idx="17"/>
          </p:nvPr>
        </p:nvSpPr>
        <p:spPr>
          <a:xfrm>
            <a:off x="766763" y="1557338"/>
            <a:ext cx="10658475" cy="4535487"/>
          </a:xfrm>
          <a:prstGeom prst="rect">
            <a:avLst/>
          </a:prstGeom>
        </p:spPr>
        <p:txBody>
          <a:bodyPr lIns="0" tIns="0" rIns="0" bIns="0">
            <a:noAutofit/>
          </a:bodyPr>
          <a:lstStyle>
            <a:lvl1pPr marL="0" indent="0">
              <a:spcBef>
                <a:spcPts val="500"/>
              </a:spcBef>
              <a:buClr>
                <a:schemeClr val="tx1"/>
              </a:buClr>
              <a:buSzPct val="110000"/>
              <a:buFont typeface="Arial" panose="020B0604020202020204"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Pct val="100000"/>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6E89F11F-EB91-974A-B104-3B694D3EABA2}"/>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dirty="0" smtClean="0">
                <a:solidFill>
                  <a:schemeClr val="tx1"/>
                </a:solidFill>
                <a:latin typeface="+mn-lt"/>
                <a:ea typeface="+mn-ea"/>
                <a:cs typeface="Arial" pitchFamily="34" charset="0"/>
              </a:defRPr>
            </a:lvl1pPr>
          </a:lstStyle>
          <a:p>
            <a:fld id="{525A3C56-E491-49B2-93F3-63532DF516BC}" type="slidenum">
              <a:rPr lang="en-CA" smtClean="0"/>
              <a:pPr/>
              <a:t>‹#›</a:t>
            </a:fld>
            <a:endParaRPr lang="en-CA" dirty="0"/>
          </a:p>
        </p:txBody>
      </p:sp>
    </p:spTree>
    <p:extLst>
      <p:ext uri="{BB962C8B-B14F-4D97-AF65-F5344CB8AC3E}">
        <p14:creationId xmlns:p14="http://schemas.microsoft.com/office/powerpoint/2010/main" val="243301487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Four columns">
    <p:spTree>
      <p:nvGrpSpPr>
        <p:cNvPr id="1" name=""/>
        <p:cNvGrpSpPr/>
        <p:nvPr/>
      </p:nvGrpSpPr>
      <p:grpSpPr>
        <a:xfrm>
          <a:off x="0" y="0"/>
          <a:ext cx="0" cy="0"/>
          <a:chOff x="0" y="0"/>
          <a:chExt cx="0" cy="0"/>
        </a:xfrm>
      </p:grpSpPr>
      <p:sp>
        <p:nvSpPr>
          <p:cNvPr id="5" name="Espace réservé du texte 4">
            <a:extLst>
              <a:ext uri="{FF2B5EF4-FFF2-40B4-BE49-F238E27FC236}">
                <a16:creationId xmlns:a16="http://schemas.microsoft.com/office/drawing/2014/main" id="{8A171D6F-1D32-074E-9401-BC0D7B3A2B86}"/>
              </a:ext>
            </a:extLst>
          </p:cNvPr>
          <p:cNvSpPr>
            <a:spLocks noGrp="1"/>
          </p:cNvSpPr>
          <p:nvPr>
            <p:ph type="body" sz="quarter" idx="10" hasCustomPrompt="1"/>
          </p:nvPr>
        </p:nvSpPr>
        <p:spPr>
          <a:xfrm>
            <a:off x="766763" y="1569832"/>
            <a:ext cx="2305050" cy="828811"/>
          </a:xfrm>
          <a:prstGeom prst="rect">
            <a:avLst/>
          </a:prstGeom>
        </p:spPr>
        <p:txBody>
          <a:bodyPr lIns="0" tIns="0" rIns="0" bIns="0">
            <a:noAutofit/>
          </a:bodyPr>
          <a:lstStyle>
            <a:lvl1pPr marL="0" indent="0">
              <a:buNone/>
              <a:defRPr sz="2400"/>
            </a:lvl1pPr>
          </a:lstStyle>
          <a:p>
            <a:pPr lvl="0"/>
            <a:r>
              <a:rPr lang="en-CA" dirty="0"/>
              <a:t>Title</a:t>
            </a:r>
          </a:p>
        </p:txBody>
      </p:sp>
      <p:sp>
        <p:nvSpPr>
          <p:cNvPr id="25" name="Espace réservé du texte 4">
            <a:extLst>
              <a:ext uri="{FF2B5EF4-FFF2-40B4-BE49-F238E27FC236}">
                <a16:creationId xmlns:a16="http://schemas.microsoft.com/office/drawing/2014/main" id="{B0F5BD17-6E70-B847-AA7C-96CF8DC7A085}"/>
              </a:ext>
            </a:extLst>
          </p:cNvPr>
          <p:cNvSpPr>
            <a:spLocks noGrp="1"/>
          </p:cNvSpPr>
          <p:nvPr>
            <p:ph type="body" sz="quarter" idx="11" hasCustomPrompt="1"/>
          </p:nvPr>
        </p:nvSpPr>
        <p:spPr>
          <a:xfrm>
            <a:off x="3569597" y="1569832"/>
            <a:ext cx="2305050" cy="828811"/>
          </a:xfrm>
          <a:prstGeom prst="rect">
            <a:avLst/>
          </a:prstGeom>
        </p:spPr>
        <p:txBody>
          <a:bodyPr lIns="0" tIns="0" rIns="0" bIns="0">
            <a:noAutofit/>
          </a:bodyPr>
          <a:lstStyle>
            <a:lvl1pPr marL="0" indent="0">
              <a:buNone/>
              <a:defRPr sz="2400"/>
            </a:lvl1pPr>
          </a:lstStyle>
          <a:p>
            <a:pPr lvl="0"/>
            <a:r>
              <a:rPr lang="en-CA" dirty="0"/>
              <a:t>Title</a:t>
            </a:r>
          </a:p>
        </p:txBody>
      </p:sp>
      <p:sp>
        <p:nvSpPr>
          <p:cNvPr id="26" name="Espace réservé du texte 4">
            <a:extLst>
              <a:ext uri="{FF2B5EF4-FFF2-40B4-BE49-F238E27FC236}">
                <a16:creationId xmlns:a16="http://schemas.microsoft.com/office/drawing/2014/main" id="{AC833FC6-B9D6-D74D-BAE2-729D54713D4B}"/>
              </a:ext>
            </a:extLst>
          </p:cNvPr>
          <p:cNvSpPr>
            <a:spLocks noGrp="1"/>
          </p:cNvSpPr>
          <p:nvPr>
            <p:ph type="body" sz="quarter" idx="12" hasCustomPrompt="1"/>
          </p:nvPr>
        </p:nvSpPr>
        <p:spPr>
          <a:xfrm>
            <a:off x="6544296" y="1569832"/>
            <a:ext cx="2305050" cy="828811"/>
          </a:xfrm>
          <a:prstGeom prst="rect">
            <a:avLst/>
          </a:prstGeom>
        </p:spPr>
        <p:txBody>
          <a:bodyPr lIns="0" tIns="0" rIns="0" bIns="0">
            <a:noAutofit/>
          </a:bodyPr>
          <a:lstStyle>
            <a:lvl1pPr marL="0" indent="0">
              <a:buNone/>
              <a:defRPr sz="2400"/>
            </a:lvl1pPr>
          </a:lstStyle>
          <a:p>
            <a:pPr lvl="0"/>
            <a:r>
              <a:rPr lang="en-CA" dirty="0"/>
              <a:t>Title</a:t>
            </a:r>
          </a:p>
        </p:txBody>
      </p:sp>
      <p:sp>
        <p:nvSpPr>
          <p:cNvPr id="27" name="Espace réservé du texte 4">
            <a:extLst>
              <a:ext uri="{FF2B5EF4-FFF2-40B4-BE49-F238E27FC236}">
                <a16:creationId xmlns:a16="http://schemas.microsoft.com/office/drawing/2014/main" id="{2E44F90D-4F8F-6A4F-96CB-3485E90F31A2}"/>
              </a:ext>
            </a:extLst>
          </p:cNvPr>
          <p:cNvSpPr>
            <a:spLocks noGrp="1"/>
          </p:cNvSpPr>
          <p:nvPr>
            <p:ph type="body" sz="quarter" idx="13" hasCustomPrompt="1"/>
          </p:nvPr>
        </p:nvSpPr>
        <p:spPr>
          <a:xfrm>
            <a:off x="9347546" y="1569832"/>
            <a:ext cx="2077692" cy="828811"/>
          </a:xfrm>
          <a:prstGeom prst="rect">
            <a:avLst/>
          </a:prstGeom>
        </p:spPr>
        <p:txBody>
          <a:bodyPr lIns="0" tIns="0" rIns="0" bIns="0">
            <a:noAutofit/>
          </a:bodyPr>
          <a:lstStyle>
            <a:lvl1pPr marL="0" indent="0">
              <a:buNone/>
              <a:defRPr sz="2400"/>
            </a:lvl1pPr>
          </a:lstStyle>
          <a:p>
            <a:pPr lvl="0"/>
            <a:r>
              <a:rPr lang="en-CA" dirty="0"/>
              <a:t>Title</a:t>
            </a:r>
          </a:p>
        </p:txBody>
      </p:sp>
      <p:sp>
        <p:nvSpPr>
          <p:cNvPr id="3" name="Espace réservé du texte 2">
            <a:extLst>
              <a:ext uri="{FF2B5EF4-FFF2-40B4-BE49-F238E27FC236}">
                <a16:creationId xmlns:a16="http://schemas.microsoft.com/office/drawing/2014/main" id="{A0CCD124-1965-4543-8B41-42A23BF10BF9}"/>
              </a:ext>
            </a:extLst>
          </p:cNvPr>
          <p:cNvSpPr>
            <a:spLocks noGrp="1"/>
          </p:cNvSpPr>
          <p:nvPr>
            <p:ph type="body" sz="quarter" idx="14" hasCustomPrompt="1"/>
          </p:nvPr>
        </p:nvSpPr>
        <p:spPr>
          <a:xfrm>
            <a:off x="766763" y="2597426"/>
            <a:ext cx="2305050" cy="3495399"/>
          </a:xfrm>
          <a:prstGeom prst="rect">
            <a:avLst/>
          </a:prstGeom>
        </p:spPr>
        <p:txBody>
          <a:bodyPr lIns="0" tIns="0" rIns="0" bIns="0">
            <a:noAutofit/>
          </a:bodyPr>
          <a:lstStyle>
            <a:lvl1pPr marL="285750" marR="0" indent="-285750" algn="l" defTabSz="914400" rtl="0" eaLnBrk="1" fontAlgn="auto" latinLnBrk="0" hangingPunct="1">
              <a:lnSpc>
                <a:spcPct val="150000"/>
              </a:lnSpc>
              <a:spcBef>
                <a:spcPct val="20000"/>
              </a:spcBef>
              <a:spcAft>
                <a:spcPts val="0"/>
              </a:spcAft>
              <a:buClrTx/>
              <a:buSzTx/>
              <a:buFont typeface="Arial" panose="020B0604020202020204" pitchFamily="34" charset="0"/>
              <a:buChar char="•"/>
              <a:tabLst/>
              <a:defRPr sz="1600"/>
            </a:lvl1pPr>
          </a:lstStyle>
          <a:p>
            <a:pPr lvl="0"/>
            <a:r>
              <a:rPr lang="en-CA" dirty="0"/>
              <a:t>Lorem ipsum</a:t>
            </a:r>
          </a:p>
          <a:p>
            <a:pPr marL="285750" marR="0" lvl="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lang="en-CA" dirty="0"/>
              <a:t>Lorem ipsum</a:t>
            </a:r>
          </a:p>
          <a:p>
            <a:pPr marL="285750" marR="0" lvl="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lang="en-CA" dirty="0"/>
              <a:t>Lorem ipsum</a:t>
            </a:r>
          </a:p>
          <a:p>
            <a:pPr marL="285750" marR="0" lvl="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lang="en-CA" dirty="0"/>
              <a:t>Lorem ipsum</a:t>
            </a:r>
          </a:p>
          <a:p>
            <a:pPr marL="285750" marR="0" lvl="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lang="en-CA" dirty="0"/>
              <a:t>Lorem ipsum</a:t>
            </a:r>
          </a:p>
          <a:p>
            <a:pPr marL="285750" marR="0" lvl="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lang="en-CA" dirty="0"/>
              <a:t>Lorem ipsum</a:t>
            </a:r>
          </a:p>
          <a:p>
            <a:pPr marL="285750" marR="0" lvl="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lang="en-CA" dirty="0"/>
              <a:t>Lorem ipsum</a:t>
            </a:r>
          </a:p>
          <a:p>
            <a:pPr marL="285750" marR="0" lvl="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lang="en-CA" dirty="0"/>
              <a:t>Lorem ipsum</a:t>
            </a:r>
          </a:p>
          <a:p>
            <a:pPr marL="285750" marR="0" lvl="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lang="en-CA" dirty="0"/>
              <a:t>Lorem ipsum</a:t>
            </a:r>
          </a:p>
          <a:p>
            <a:pPr marL="285750" marR="0" lvl="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lang="en-CA" dirty="0"/>
              <a:t>Lorem ipsum</a:t>
            </a:r>
          </a:p>
          <a:p>
            <a:pPr lvl="0"/>
            <a:endParaRPr lang="en-CA" dirty="0"/>
          </a:p>
        </p:txBody>
      </p:sp>
      <p:sp>
        <p:nvSpPr>
          <p:cNvPr id="11" name="Espace réservé du texte 2">
            <a:extLst>
              <a:ext uri="{FF2B5EF4-FFF2-40B4-BE49-F238E27FC236}">
                <a16:creationId xmlns:a16="http://schemas.microsoft.com/office/drawing/2014/main" id="{9BCD5E3F-8CA5-684B-B78F-B74898839C64}"/>
              </a:ext>
            </a:extLst>
          </p:cNvPr>
          <p:cNvSpPr>
            <a:spLocks noGrp="1"/>
          </p:cNvSpPr>
          <p:nvPr>
            <p:ph type="body" sz="quarter" idx="15" hasCustomPrompt="1"/>
          </p:nvPr>
        </p:nvSpPr>
        <p:spPr>
          <a:xfrm>
            <a:off x="3569999" y="2597426"/>
            <a:ext cx="2305050" cy="3495399"/>
          </a:xfrm>
          <a:prstGeom prst="rect">
            <a:avLst/>
          </a:prstGeom>
        </p:spPr>
        <p:txBody>
          <a:bodyPr lIns="0" tIns="0" rIns="0" bIns="0">
            <a:noAutofit/>
          </a:bodyPr>
          <a:lstStyle>
            <a:lvl1pPr marL="285750" marR="0" indent="-285750" algn="l" defTabSz="914400" rtl="0" eaLnBrk="1" fontAlgn="auto" latinLnBrk="0" hangingPunct="1">
              <a:lnSpc>
                <a:spcPct val="150000"/>
              </a:lnSpc>
              <a:spcBef>
                <a:spcPct val="20000"/>
              </a:spcBef>
              <a:spcAft>
                <a:spcPts val="0"/>
              </a:spcAft>
              <a:buClrTx/>
              <a:buSzTx/>
              <a:buFont typeface="Arial" panose="020B0604020202020204" pitchFamily="34" charset="0"/>
              <a:buChar char="•"/>
              <a:tabLst/>
              <a:defRPr sz="1600"/>
            </a:lvl1pPr>
          </a:lstStyle>
          <a:p>
            <a:pPr lvl="0"/>
            <a:r>
              <a:rPr lang="en-CA" dirty="0"/>
              <a:t>Lorem ipsum</a:t>
            </a:r>
          </a:p>
          <a:p>
            <a:pPr marL="285750" marR="0" lvl="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lang="en-CA" dirty="0"/>
              <a:t>Lorem ipsum</a:t>
            </a:r>
          </a:p>
          <a:p>
            <a:pPr marL="285750" marR="0" lvl="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lang="en-CA" dirty="0"/>
              <a:t>Lorem ipsum</a:t>
            </a:r>
          </a:p>
          <a:p>
            <a:pPr marL="285750" marR="0" lvl="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lang="en-CA" dirty="0"/>
              <a:t>Lorem ipsum</a:t>
            </a:r>
          </a:p>
          <a:p>
            <a:pPr marL="285750" marR="0" lvl="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lang="en-CA" dirty="0"/>
              <a:t>Lorem ipsum</a:t>
            </a:r>
          </a:p>
          <a:p>
            <a:pPr marL="285750" marR="0" lvl="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lang="en-CA" dirty="0"/>
              <a:t>Lorem ipsum</a:t>
            </a:r>
          </a:p>
          <a:p>
            <a:pPr marL="285750" marR="0" lvl="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lang="en-CA" dirty="0"/>
              <a:t>Lorem ipsum</a:t>
            </a:r>
          </a:p>
          <a:p>
            <a:pPr marL="285750" marR="0" lvl="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lang="en-CA" dirty="0"/>
              <a:t>Lorem ipsum</a:t>
            </a:r>
          </a:p>
          <a:p>
            <a:pPr marL="285750" marR="0" lvl="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lang="en-CA" dirty="0"/>
              <a:t>Lorem ipsum</a:t>
            </a:r>
          </a:p>
          <a:p>
            <a:pPr marL="285750" marR="0" lvl="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lang="en-CA" dirty="0"/>
              <a:t>Lorem ipsum</a:t>
            </a:r>
          </a:p>
          <a:p>
            <a:pPr lvl="0"/>
            <a:endParaRPr lang="en-CA" dirty="0"/>
          </a:p>
        </p:txBody>
      </p:sp>
      <p:sp>
        <p:nvSpPr>
          <p:cNvPr id="12" name="Espace réservé du texte 2">
            <a:extLst>
              <a:ext uri="{FF2B5EF4-FFF2-40B4-BE49-F238E27FC236}">
                <a16:creationId xmlns:a16="http://schemas.microsoft.com/office/drawing/2014/main" id="{009B656D-E506-E94F-ADB1-62D30E9CBF0C}"/>
              </a:ext>
            </a:extLst>
          </p:cNvPr>
          <p:cNvSpPr>
            <a:spLocks noGrp="1"/>
          </p:cNvSpPr>
          <p:nvPr>
            <p:ph type="body" sz="quarter" idx="16" hasCustomPrompt="1"/>
          </p:nvPr>
        </p:nvSpPr>
        <p:spPr>
          <a:xfrm>
            <a:off x="6537468" y="2597426"/>
            <a:ext cx="2305050" cy="3495399"/>
          </a:xfrm>
          <a:prstGeom prst="rect">
            <a:avLst/>
          </a:prstGeom>
        </p:spPr>
        <p:txBody>
          <a:bodyPr lIns="0" tIns="0" rIns="0" bIns="0">
            <a:noAutofit/>
          </a:bodyPr>
          <a:lstStyle>
            <a:lvl1pPr marL="285750" marR="0" indent="-285750" algn="l" defTabSz="914400" rtl="0" eaLnBrk="1" fontAlgn="auto" latinLnBrk="0" hangingPunct="1">
              <a:lnSpc>
                <a:spcPct val="150000"/>
              </a:lnSpc>
              <a:spcBef>
                <a:spcPct val="20000"/>
              </a:spcBef>
              <a:spcAft>
                <a:spcPts val="0"/>
              </a:spcAft>
              <a:buClrTx/>
              <a:buSzTx/>
              <a:buFont typeface="Arial" panose="020B0604020202020204" pitchFamily="34" charset="0"/>
              <a:buChar char="•"/>
              <a:tabLst/>
              <a:defRPr sz="1600"/>
            </a:lvl1pPr>
          </a:lstStyle>
          <a:p>
            <a:pPr lvl="0"/>
            <a:r>
              <a:rPr lang="en-CA" dirty="0"/>
              <a:t>Lorem ipsum</a:t>
            </a:r>
          </a:p>
          <a:p>
            <a:pPr marL="285750" marR="0" lvl="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lang="en-CA" dirty="0"/>
              <a:t>Lorem ipsum</a:t>
            </a:r>
          </a:p>
          <a:p>
            <a:pPr marL="285750" marR="0" lvl="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lang="en-CA" dirty="0"/>
              <a:t>Lorem ipsum</a:t>
            </a:r>
          </a:p>
          <a:p>
            <a:pPr marL="285750" marR="0" lvl="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lang="en-CA" dirty="0"/>
              <a:t>Lorem ipsum</a:t>
            </a:r>
          </a:p>
          <a:p>
            <a:pPr marL="285750" marR="0" lvl="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lang="en-CA" dirty="0"/>
              <a:t>Lorem ipsum</a:t>
            </a:r>
          </a:p>
          <a:p>
            <a:pPr marL="285750" marR="0" lvl="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lang="en-CA" dirty="0"/>
              <a:t>Lorem ipsum</a:t>
            </a:r>
          </a:p>
          <a:p>
            <a:pPr marL="285750" marR="0" lvl="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lang="en-CA" dirty="0"/>
              <a:t>Lorem ipsum</a:t>
            </a:r>
          </a:p>
          <a:p>
            <a:pPr marL="285750" marR="0" lvl="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lang="en-CA" dirty="0"/>
              <a:t>Lorem ipsum</a:t>
            </a:r>
          </a:p>
          <a:p>
            <a:pPr marL="285750" marR="0" lvl="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lang="en-CA" dirty="0"/>
              <a:t>Lorem ipsum</a:t>
            </a:r>
          </a:p>
          <a:p>
            <a:pPr marL="285750" marR="0" lvl="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lang="en-CA" dirty="0"/>
              <a:t>Lorem ipsum</a:t>
            </a:r>
          </a:p>
          <a:p>
            <a:pPr lvl="0"/>
            <a:endParaRPr lang="en-CA" dirty="0"/>
          </a:p>
        </p:txBody>
      </p:sp>
      <p:sp>
        <p:nvSpPr>
          <p:cNvPr id="13" name="Espace réservé du texte 2">
            <a:extLst>
              <a:ext uri="{FF2B5EF4-FFF2-40B4-BE49-F238E27FC236}">
                <a16:creationId xmlns:a16="http://schemas.microsoft.com/office/drawing/2014/main" id="{218B53AF-E978-6444-B00D-EA1BCE273AE0}"/>
              </a:ext>
            </a:extLst>
          </p:cNvPr>
          <p:cNvSpPr>
            <a:spLocks noGrp="1"/>
          </p:cNvSpPr>
          <p:nvPr>
            <p:ph type="body" sz="quarter" idx="17" hasCustomPrompt="1"/>
          </p:nvPr>
        </p:nvSpPr>
        <p:spPr>
          <a:xfrm>
            <a:off x="9342727" y="2597426"/>
            <a:ext cx="2082511" cy="3495399"/>
          </a:xfrm>
          <a:prstGeom prst="rect">
            <a:avLst/>
          </a:prstGeom>
        </p:spPr>
        <p:txBody>
          <a:bodyPr lIns="0" tIns="0" rIns="0" bIns="0">
            <a:noAutofit/>
          </a:bodyPr>
          <a:lstStyle>
            <a:lvl1pPr marL="285750" marR="0" indent="-285750" algn="l" defTabSz="914400" rtl="0" eaLnBrk="1" fontAlgn="auto" latinLnBrk="0" hangingPunct="1">
              <a:lnSpc>
                <a:spcPct val="150000"/>
              </a:lnSpc>
              <a:spcBef>
                <a:spcPct val="20000"/>
              </a:spcBef>
              <a:spcAft>
                <a:spcPts val="0"/>
              </a:spcAft>
              <a:buClrTx/>
              <a:buSzTx/>
              <a:buFont typeface="Arial" panose="020B0604020202020204" pitchFamily="34" charset="0"/>
              <a:buChar char="•"/>
              <a:tabLst/>
              <a:defRPr sz="1600"/>
            </a:lvl1pPr>
          </a:lstStyle>
          <a:p>
            <a:pPr lvl="0"/>
            <a:r>
              <a:rPr lang="en-CA" dirty="0"/>
              <a:t>Lorem ipsum</a:t>
            </a:r>
          </a:p>
          <a:p>
            <a:pPr marL="285750" marR="0" lvl="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lang="en-CA" dirty="0"/>
              <a:t>Lorem ipsum</a:t>
            </a:r>
          </a:p>
          <a:p>
            <a:pPr marL="285750" marR="0" lvl="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lang="en-CA" dirty="0"/>
              <a:t>Lorem ipsum</a:t>
            </a:r>
          </a:p>
          <a:p>
            <a:pPr marL="285750" marR="0" lvl="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lang="en-CA" dirty="0"/>
              <a:t>Lorem ipsum</a:t>
            </a:r>
          </a:p>
          <a:p>
            <a:pPr marL="285750" marR="0" lvl="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lang="en-CA" dirty="0"/>
              <a:t>Lorem ipsum</a:t>
            </a:r>
          </a:p>
          <a:p>
            <a:pPr marL="285750" marR="0" lvl="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lang="en-CA" dirty="0"/>
              <a:t>Lorem ipsum</a:t>
            </a:r>
          </a:p>
          <a:p>
            <a:pPr marL="285750" marR="0" lvl="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lang="en-CA" dirty="0"/>
              <a:t>Lorem ipsum</a:t>
            </a:r>
          </a:p>
          <a:p>
            <a:pPr marL="285750" marR="0" lvl="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lang="en-CA" dirty="0"/>
              <a:t>Lorem ipsum</a:t>
            </a:r>
          </a:p>
          <a:p>
            <a:pPr marL="285750" marR="0" lvl="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lang="en-CA" dirty="0"/>
              <a:t>Lorem ipsum</a:t>
            </a:r>
          </a:p>
          <a:p>
            <a:pPr marL="285750" marR="0" lvl="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lang="en-CA" dirty="0"/>
              <a:t>Lorem ipsum</a:t>
            </a:r>
          </a:p>
          <a:p>
            <a:pPr lvl="0"/>
            <a:endParaRPr lang="en-CA" dirty="0"/>
          </a:p>
        </p:txBody>
      </p:sp>
      <p:sp>
        <p:nvSpPr>
          <p:cNvPr id="15" name="Titre 1">
            <a:extLst>
              <a:ext uri="{FF2B5EF4-FFF2-40B4-BE49-F238E27FC236}">
                <a16:creationId xmlns:a16="http://schemas.microsoft.com/office/drawing/2014/main" id="{423D2075-57BE-0849-A5A7-B72DC6693C16}"/>
              </a:ext>
            </a:extLst>
          </p:cNvPr>
          <p:cNvSpPr>
            <a:spLocks noGrp="1"/>
          </p:cNvSpPr>
          <p:nvPr>
            <p:ph type="title" hasCustomPrompt="1"/>
          </p:nvPr>
        </p:nvSpPr>
        <p:spPr>
          <a:xfrm>
            <a:off x="765737" y="684000"/>
            <a:ext cx="10676438" cy="531097"/>
          </a:xfrm>
        </p:spPr>
        <p:txBody>
          <a:bodyPr>
            <a:noAutofit/>
          </a:bodyPr>
          <a:lstStyle>
            <a:lvl1pPr>
              <a:defRPr sz="2800">
                <a:solidFill>
                  <a:schemeClr val="tx1"/>
                </a:solidFill>
              </a:defRPr>
            </a:lvl1pPr>
          </a:lstStyle>
          <a:p>
            <a:r>
              <a:rPr lang="en-CA" dirty="0"/>
              <a:t>Four columns</a:t>
            </a:r>
          </a:p>
        </p:txBody>
      </p:sp>
      <p:sp>
        <p:nvSpPr>
          <p:cNvPr id="16" name="Slide Number Placeholder 5">
            <a:extLst>
              <a:ext uri="{FF2B5EF4-FFF2-40B4-BE49-F238E27FC236}">
                <a16:creationId xmlns:a16="http://schemas.microsoft.com/office/drawing/2014/main" id="{40F3EE84-E142-6541-8D93-B9456A6B3340}"/>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dirty="0" smtClean="0">
                <a:solidFill>
                  <a:schemeClr val="tx1"/>
                </a:solidFill>
                <a:latin typeface="+mn-lt"/>
                <a:ea typeface="+mn-ea"/>
                <a:cs typeface="Arial" pitchFamily="34" charset="0"/>
              </a:defRPr>
            </a:lvl1pPr>
          </a:lstStyle>
          <a:p>
            <a:fld id="{525A3C56-E491-49B2-93F3-63532DF516BC}" type="slidenum">
              <a:rPr lang="en-CA" smtClean="0"/>
              <a:pPr/>
              <a:t>‹#›</a:t>
            </a:fld>
            <a:endParaRPr lang="en-CA" dirty="0"/>
          </a:p>
        </p:txBody>
      </p:sp>
    </p:spTree>
    <p:extLst>
      <p:ext uri="{BB962C8B-B14F-4D97-AF65-F5344CB8AC3E}">
        <p14:creationId xmlns:p14="http://schemas.microsoft.com/office/powerpoint/2010/main" val="171944366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and Content - High Content slide">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2D2EE9D2-4EE1-E84A-8F59-9549A5FAD563}"/>
              </a:ext>
            </a:extLst>
          </p:cNvPr>
          <p:cNvSpPr>
            <a:spLocks noGrp="1"/>
          </p:cNvSpPr>
          <p:nvPr>
            <p:ph type="title" hasCustomPrompt="1"/>
          </p:nvPr>
        </p:nvSpPr>
        <p:spPr>
          <a:xfrm>
            <a:off x="766800" y="684000"/>
            <a:ext cx="10647638" cy="560042"/>
          </a:xfrm>
          <a:prstGeom prst="rect">
            <a:avLst/>
          </a:prstGeom>
        </p:spPr>
        <p:txBody>
          <a:bodyPr vert="horz" lIns="0" tIns="0" rIns="0" bIns="0" rtlCol="0" anchor="t" anchorCtr="0">
            <a:noAutofit/>
          </a:bodyPr>
          <a:lstStyle/>
          <a:p>
            <a:r>
              <a:rPr lang="en-US" noProof="0" dirty="0"/>
              <a:t>Title and Content - High Content slide</a:t>
            </a:r>
          </a:p>
        </p:txBody>
      </p:sp>
      <p:sp>
        <p:nvSpPr>
          <p:cNvPr id="5" name="Content Placeholder 20">
            <a:extLst>
              <a:ext uri="{FF2B5EF4-FFF2-40B4-BE49-F238E27FC236}">
                <a16:creationId xmlns:a16="http://schemas.microsoft.com/office/drawing/2014/main" id="{5F3BF5DA-644D-6C41-A47D-B83355A9712E}"/>
              </a:ext>
            </a:extLst>
          </p:cNvPr>
          <p:cNvSpPr>
            <a:spLocks noGrp="1"/>
          </p:cNvSpPr>
          <p:nvPr>
            <p:ph sz="quarter" idx="17"/>
          </p:nvPr>
        </p:nvSpPr>
        <p:spPr>
          <a:xfrm>
            <a:off x="766763" y="1557338"/>
            <a:ext cx="10658475" cy="4535487"/>
          </a:xfrm>
          <a:prstGeom prst="rect">
            <a:avLst/>
          </a:prstGeom>
        </p:spPr>
        <p:txBody>
          <a:bodyPr lIns="0" tIns="0" rIns="0" bIns="0">
            <a:noAutofit/>
          </a:bodyPr>
          <a:lstStyle>
            <a:lvl1pPr marL="0" indent="0">
              <a:spcBef>
                <a:spcPts val="600"/>
              </a:spcBef>
              <a:buClr>
                <a:schemeClr val="tx1"/>
              </a:buClr>
              <a:buSzPct val="110000"/>
              <a:buFont typeface="Arial" pitchFamily="34" charset="0"/>
              <a:buNone/>
              <a:defRPr sz="2000">
                <a:solidFill>
                  <a:schemeClr val="tx1"/>
                </a:solidFill>
                <a:latin typeface="Arial" pitchFamily="34" charset="0"/>
              </a:defRPr>
            </a:lvl1pPr>
            <a:lvl2pPr marL="179388" indent="-179388">
              <a:spcBef>
                <a:spcPts val="600"/>
              </a:spcBef>
              <a:buClr>
                <a:schemeClr val="tx1"/>
              </a:buClr>
              <a:buSzPct val="110000"/>
              <a:buFont typeface="Arial" pitchFamily="34" charset="0"/>
              <a:buChar char="•"/>
              <a:defRPr sz="2000" baseline="0">
                <a:solidFill>
                  <a:schemeClr val="tx1"/>
                </a:solidFill>
                <a:latin typeface="Arial" pitchFamily="34" charset="0"/>
              </a:defRPr>
            </a:lvl2pPr>
            <a:lvl3pPr marL="360363" indent="-180975">
              <a:spcBef>
                <a:spcPts val="600"/>
              </a:spcBef>
              <a:buClr>
                <a:schemeClr val="tx1"/>
              </a:buClr>
              <a:buSzPct val="100000"/>
              <a:buFont typeface="Calibri" panose="020F0502020204030204" pitchFamily="34" charset="0"/>
              <a:buChar char="–"/>
              <a:defRPr sz="1800">
                <a:solidFill>
                  <a:schemeClr val="tx1"/>
                </a:solidFill>
                <a:latin typeface="Arial" pitchFamily="34" charset="0"/>
              </a:defRPr>
            </a:lvl3pPr>
            <a:lvl4pPr marL="539750" indent="-179388">
              <a:spcBef>
                <a:spcPts val="600"/>
              </a:spcBef>
              <a:buClr>
                <a:schemeClr val="tx1"/>
              </a:buClr>
              <a:buSzPct val="110000"/>
              <a:buFont typeface="Wingdings" pitchFamily="2" charset="2"/>
              <a:buChar char="§"/>
              <a:defRPr sz="1600">
                <a:solidFill>
                  <a:schemeClr val="tx1"/>
                </a:solidFill>
                <a:latin typeface="Arial" pitchFamily="34" charset="0"/>
              </a:defRPr>
            </a:lvl4pPr>
            <a:lvl5pPr marL="719138" indent="-179388">
              <a:spcBef>
                <a:spcPts val="6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SzPct val="100000"/>
              <a:buFont typeface="Verdana" pitchFamily="34" charset="0"/>
              <a:buChar char="•"/>
              <a:defRPr sz="105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4ECAC11E-D167-EE4C-BF01-0C0C599D9F15}"/>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dirty="0" smtClean="0">
                <a:solidFill>
                  <a:schemeClr val="tx1"/>
                </a:solidFill>
                <a:latin typeface="+mn-lt"/>
                <a:ea typeface="+mn-ea"/>
                <a:cs typeface="Arial" pitchFamily="34" charset="0"/>
              </a:defRPr>
            </a:lvl1pPr>
          </a:lstStyle>
          <a:p>
            <a:fld id="{525A3C56-E491-49B2-93F3-63532DF516BC}" type="slidenum">
              <a:rPr lang="en-CA" smtClean="0"/>
              <a:pPr/>
              <a:t>‹#›</a:t>
            </a:fld>
            <a:endParaRPr lang="en-CA" dirty="0"/>
          </a:p>
        </p:txBody>
      </p:sp>
    </p:spTree>
    <p:extLst>
      <p:ext uri="{BB962C8B-B14F-4D97-AF65-F5344CB8AC3E}">
        <p14:creationId xmlns:p14="http://schemas.microsoft.com/office/powerpoint/2010/main" val="164246131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only slid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3D2D8AF-452C-D94D-A560-DAD6A962E173}"/>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dirty="0" smtClean="0">
                <a:solidFill>
                  <a:schemeClr val="tx1"/>
                </a:solidFill>
                <a:latin typeface="+mn-lt"/>
                <a:ea typeface="+mn-ea"/>
                <a:cs typeface="Arial" pitchFamily="34" charset="0"/>
              </a:defRPr>
            </a:lvl1pPr>
          </a:lstStyle>
          <a:p>
            <a:fld id="{525A3C56-E491-49B2-93F3-63532DF516BC}" type="slidenum">
              <a:rPr lang="en-CA" smtClean="0"/>
              <a:pPr/>
              <a:t>‹#›</a:t>
            </a:fld>
            <a:endParaRPr lang="en-CA" dirty="0"/>
          </a:p>
        </p:txBody>
      </p:sp>
      <p:sp>
        <p:nvSpPr>
          <p:cNvPr id="8" name="Titre 1">
            <a:extLst>
              <a:ext uri="{FF2B5EF4-FFF2-40B4-BE49-F238E27FC236}">
                <a16:creationId xmlns:a16="http://schemas.microsoft.com/office/drawing/2014/main" id="{561C906F-FE73-EC4B-9D46-7CD1B4F04428}"/>
              </a:ext>
            </a:extLst>
          </p:cNvPr>
          <p:cNvSpPr>
            <a:spLocks noGrp="1"/>
          </p:cNvSpPr>
          <p:nvPr>
            <p:ph type="title" hasCustomPrompt="1"/>
          </p:nvPr>
        </p:nvSpPr>
        <p:spPr>
          <a:xfrm>
            <a:off x="765737" y="684000"/>
            <a:ext cx="10676438" cy="531097"/>
          </a:xfrm>
        </p:spPr>
        <p:txBody>
          <a:bodyPr>
            <a:noAutofit/>
          </a:bodyPr>
          <a:lstStyle>
            <a:lvl1pPr>
              <a:defRPr sz="2800">
                <a:solidFill>
                  <a:schemeClr val="tx1"/>
                </a:solidFill>
              </a:defRPr>
            </a:lvl1pPr>
          </a:lstStyle>
          <a:p>
            <a:r>
              <a:rPr lang="en-CA" dirty="0"/>
              <a:t>Title only slide</a:t>
            </a:r>
          </a:p>
        </p:txBody>
      </p:sp>
    </p:spTree>
    <p:extLst>
      <p:ext uri="{BB962C8B-B14F-4D97-AF65-F5344CB8AC3E}">
        <p14:creationId xmlns:p14="http://schemas.microsoft.com/office/powerpoint/2010/main" val="221565643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8CA829B-6B64-D945-9770-95A7A7747473}"/>
              </a:ext>
            </a:extLst>
          </p:cNvPr>
          <p:cNvSpPr>
            <a:spLocks noGrp="1"/>
          </p:cNvSpPr>
          <p:nvPr>
            <p:ph type="sldNum" sz="quarter" idx="10"/>
          </p:nvPr>
        </p:nvSpPr>
        <p:spPr/>
        <p:txBody>
          <a:bodyPr/>
          <a:lstStyle/>
          <a:p>
            <a:fld id="{525A3C56-E491-49B2-93F3-63532DF516BC}" type="slidenum">
              <a:rPr lang="en-CA" smtClean="0"/>
              <a:pPr/>
              <a:t>‹#›</a:t>
            </a:fld>
            <a:endParaRPr lang="en-CA" dirty="0"/>
          </a:p>
        </p:txBody>
      </p:sp>
    </p:spTree>
    <p:extLst>
      <p:ext uri="{BB962C8B-B14F-4D97-AF65-F5344CB8AC3E}">
        <p14:creationId xmlns:p14="http://schemas.microsoft.com/office/powerpoint/2010/main" val="86981094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and Content two">
    <p:spTree>
      <p:nvGrpSpPr>
        <p:cNvPr id="1" name=""/>
        <p:cNvGrpSpPr/>
        <p:nvPr/>
      </p:nvGrpSpPr>
      <p:grpSpPr>
        <a:xfrm>
          <a:off x="0" y="0"/>
          <a:ext cx="0" cy="0"/>
          <a:chOff x="0" y="0"/>
          <a:chExt cx="0" cy="0"/>
        </a:xfrm>
      </p:grpSpPr>
      <p:sp>
        <p:nvSpPr>
          <p:cNvPr id="4" name="Content Placeholder 20">
            <a:extLst>
              <a:ext uri="{FF2B5EF4-FFF2-40B4-BE49-F238E27FC236}">
                <a16:creationId xmlns:a16="http://schemas.microsoft.com/office/drawing/2014/main" id="{1098010A-37B8-1543-B650-F410D9020BD1}"/>
              </a:ext>
            </a:extLst>
          </p:cNvPr>
          <p:cNvSpPr>
            <a:spLocks noGrp="1"/>
          </p:cNvSpPr>
          <p:nvPr>
            <p:ph sz="quarter" idx="17"/>
          </p:nvPr>
        </p:nvSpPr>
        <p:spPr>
          <a:xfrm>
            <a:off x="766764" y="1557339"/>
            <a:ext cx="4915580" cy="4535486"/>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Pct val="100000"/>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0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SzPct val="100000"/>
              <a:buFont typeface="Verdana" pitchFamily="34" charset="0"/>
              <a:buChar char="•"/>
              <a:defRPr sz="1050" baseline="0">
                <a:solidFill>
                  <a:schemeClr val="tx1"/>
                </a:solidFill>
                <a:latin typeface="Arial" pitchFamily="34" charset="0"/>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5" name="Content Placeholder 20">
            <a:extLst>
              <a:ext uri="{FF2B5EF4-FFF2-40B4-BE49-F238E27FC236}">
                <a16:creationId xmlns:a16="http://schemas.microsoft.com/office/drawing/2014/main" id="{3D191AF6-4147-D342-8647-88C4F48C1A6B}"/>
              </a:ext>
            </a:extLst>
          </p:cNvPr>
          <p:cNvSpPr>
            <a:spLocks noGrp="1"/>
          </p:cNvSpPr>
          <p:nvPr>
            <p:ph sz="quarter" idx="23"/>
          </p:nvPr>
        </p:nvSpPr>
        <p:spPr>
          <a:xfrm>
            <a:off x="6596743" y="1557339"/>
            <a:ext cx="4828496" cy="4535486"/>
          </a:xfrm>
          <a:prstGeom prst="rect">
            <a:avLst/>
          </a:prstGeom>
          <a:ln>
            <a:noFill/>
          </a:ln>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Pct val="100000"/>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latin typeface="Arial" pitchFamily="34" charset="0"/>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6" name="Titre 1">
            <a:extLst>
              <a:ext uri="{FF2B5EF4-FFF2-40B4-BE49-F238E27FC236}">
                <a16:creationId xmlns:a16="http://schemas.microsoft.com/office/drawing/2014/main" id="{DDFA4433-FCCE-E346-8C9A-CC579FE5377F}"/>
              </a:ext>
            </a:extLst>
          </p:cNvPr>
          <p:cNvSpPr>
            <a:spLocks noGrp="1"/>
          </p:cNvSpPr>
          <p:nvPr>
            <p:ph type="title" hasCustomPrompt="1"/>
          </p:nvPr>
        </p:nvSpPr>
        <p:spPr>
          <a:xfrm>
            <a:off x="765737" y="684000"/>
            <a:ext cx="10676438" cy="531097"/>
          </a:xfrm>
        </p:spPr>
        <p:txBody>
          <a:bodyPr>
            <a:noAutofit/>
          </a:bodyPr>
          <a:lstStyle>
            <a:lvl1pPr>
              <a:defRPr sz="2800">
                <a:solidFill>
                  <a:schemeClr val="tx1"/>
                </a:solidFill>
              </a:defRPr>
            </a:lvl1pPr>
          </a:lstStyle>
          <a:p>
            <a:r>
              <a:rPr lang="en-CA" dirty="0"/>
              <a:t>Two columns</a:t>
            </a:r>
          </a:p>
        </p:txBody>
      </p:sp>
      <p:sp>
        <p:nvSpPr>
          <p:cNvPr id="7" name="Slide Number Placeholder 5">
            <a:extLst>
              <a:ext uri="{FF2B5EF4-FFF2-40B4-BE49-F238E27FC236}">
                <a16:creationId xmlns:a16="http://schemas.microsoft.com/office/drawing/2014/main" id="{E3FC057D-4B39-F949-92A2-1856EB58EF3E}"/>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dirty="0" smtClean="0">
                <a:solidFill>
                  <a:schemeClr val="tx1"/>
                </a:solidFill>
                <a:latin typeface="+mn-lt"/>
                <a:ea typeface="+mn-ea"/>
                <a:cs typeface="Arial" pitchFamily="34" charset="0"/>
              </a:defRPr>
            </a:lvl1pPr>
          </a:lstStyle>
          <a:p>
            <a:fld id="{525A3C56-E491-49B2-93F3-63532DF516BC}" type="slidenum">
              <a:rPr lang="en-CA" smtClean="0"/>
              <a:pPr/>
              <a:t>‹#›</a:t>
            </a:fld>
            <a:endParaRPr lang="en-CA" dirty="0"/>
          </a:p>
        </p:txBody>
      </p:sp>
    </p:spTree>
    <p:extLst>
      <p:ext uri="{BB962C8B-B14F-4D97-AF65-F5344CB8AC3E}">
        <p14:creationId xmlns:p14="http://schemas.microsoft.com/office/powerpoint/2010/main" val="92178295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and Content two - High Content slide">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3D429A8B-5F07-CA4F-B342-C88D6C5DB7B1}"/>
              </a:ext>
            </a:extLst>
          </p:cNvPr>
          <p:cNvSpPr>
            <a:spLocks noGrp="1"/>
          </p:cNvSpPr>
          <p:nvPr>
            <p:ph type="title" hasCustomPrompt="1"/>
          </p:nvPr>
        </p:nvSpPr>
        <p:spPr>
          <a:xfrm>
            <a:off x="766763" y="684000"/>
            <a:ext cx="10658475" cy="576262"/>
          </a:xfrm>
          <a:prstGeom prst="rect">
            <a:avLst/>
          </a:prstGeom>
        </p:spPr>
        <p:txBody>
          <a:bodyPr vert="horz" lIns="0" tIns="0" rIns="0" bIns="0" rtlCol="0" anchor="t" anchorCtr="0">
            <a:noAutofit/>
          </a:bodyPr>
          <a:lstStyle/>
          <a:p>
            <a:r>
              <a:rPr lang="en-US" noProof="0" dirty="0"/>
              <a:t>Title and Content two - High Content slide</a:t>
            </a:r>
          </a:p>
        </p:txBody>
      </p:sp>
      <p:sp>
        <p:nvSpPr>
          <p:cNvPr id="5" name="Content Placeholder 20">
            <a:extLst>
              <a:ext uri="{FF2B5EF4-FFF2-40B4-BE49-F238E27FC236}">
                <a16:creationId xmlns:a16="http://schemas.microsoft.com/office/drawing/2014/main" id="{D7CEF6C1-9232-3C4B-9EB8-7F0577D6114F}"/>
              </a:ext>
            </a:extLst>
          </p:cNvPr>
          <p:cNvSpPr>
            <a:spLocks noGrp="1"/>
          </p:cNvSpPr>
          <p:nvPr>
            <p:ph sz="quarter" idx="17"/>
          </p:nvPr>
        </p:nvSpPr>
        <p:spPr>
          <a:xfrm>
            <a:off x="766763" y="1570591"/>
            <a:ext cx="4918419" cy="4522234"/>
          </a:xfrm>
          <a:prstGeom prst="rect">
            <a:avLst/>
          </a:prstGeom>
        </p:spPr>
        <p:txBody>
          <a:bodyPr lIns="0" tIns="0" rIns="0" bIns="0">
            <a:noAutofit/>
          </a:bodyPr>
          <a:lstStyle>
            <a:lvl1pPr marL="0" indent="0">
              <a:spcBef>
                <a:spcPts val="600"/>
              </a:spcBef>
              <a:buClr>
                <a:schemeClr val="tx1"/>
              </a:buClr>
              <a:buSzPct val="110000"/>
              <a:buFont typeface="Arial" pitchFamily="34" charset="0"/>
              <a:buNone/>
              <a:defRPr sz="2000">
                <a:solidFill>
                  <a:schemeClr val="tx1"/>
                </a:solidFill>
                <a:latin typeface="Arial" pitchFamily="34" charset="0"/>
              </a:defRPr>
            </a:lvl1pPr>
            <a:lvl2pPr marL="268288" indent="-268288">
              <a:spcBef>
                <a:spcPts val="600"/>
              </a:spcBef>
              <a:buClr>
                <a:schemeClr val="tx1"/>
              </a:buClr>
              <a:buSzPct val="110000"/>
              <a:buFont typeface="Arial" pitchFamily="34" charset="0"/>
              <a:buChar char="•"/>
              <a:tabLst/>
              <a:defRPr sz="2000" baseline="0">
                <a:solidFill>
                  <a:schemeClr val="tx1"/>
                </a:solidFill>
                <a:latin typeface="Arial" pitchFamily="34" charset="0"/>
              </a:defRPr>
            </a:lvl2pPr>
            <a:lvl3pPr marL="538163" indent="-358775">
              <a:spcBef>
                <a:spcPts val="600"/>
              </a:spcBef>
              <a:buClr>
                <a:schemeClr val="tx1"/>
              </a:buClr>
              <a:buSzPct val="100000"/>
              <a:buFont typeface="Calibri" panose="020F0502020204030204" pitchFamily="34" charset="0"/>
              <a:buChar char="–"/>
              <a:tabLst/>
              <a:defRPr sz="1800">
                <a:solidFill>
                  <a:schemeClr val="tx1"/>
                </a:solidFill>
                <a:latin typeface="Arial" pitchFamily="34" charset="0"/>
              </a:defRPr>
            </a:lvl3pPr>
            <a:lvl4pPr marL="717550" indent="-357188">
              <a:spcBef>
                <a:spcPts val="600"/>
              </a:spcBef>
              <a:buClr>
                <a:schemeClr val="tx1"/>
              </a:buClr>
              <a:buSzPct val="110000"/>
              <a:buFont typeface="Wingdings" pitchFamily="2" charset="2"/>
              <a:buChar char="§"/>
              <a:tabLst/>
              <a:defRPr sz="1600">
                <a:solidFill>
                  <a:schemeClr val="tx1"/>
                </a:solidFill>
                <a:latin typeface="Arial" pitchFamily="34" charset="0"/>
              </a:defRPr>
            </a:lvl4pPr>
            <a:lvl5pPr marL="896938" indent="-357188">
              <a:spcBef>
                <a:spcPts val="600"/>
              </a:spcBef>
              <a:buClr>
                <a:schemeClr val="tx1"/>
              </a:buClr>
              <a:buSzPct val="110000"/>
              <a:buFont typeface="Courier New" panose="02070309020205020404" pitchFamily="49" charset="0"/>
              <a:buChar char="o"/>
              <a:tabLst/>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0">
            <a:extLst>
              <a:ext uri="{FF2B5EF4-FFF2-40B4-BE49-F238E27FC236}">
                <a16:creationId xmlns:a16="http://schemas.microsoft.com/office/drawing/2014/main" id="{D064A7A9-8523-0241-9AE4-6A60DEB4D4D1}"/>
              </a:ext>
            </a:extLst>
          </p:cNvPr>
          <p:cNvSpPr>
            <a:spLocks noGrp="1"/>
          </p:cNvSpPr>
          <p:nvPr>
            <p:ph sz="quarter" idx="18"/>
          </p:nvPr>
        </p:nvSpPr>
        <p:spPr>
          <a:xfrm>
            <a:off x="6586329" y="1557338"/>
            <a:ext cx="4838909" cy="4535487"/>
          </a:xfrm>
          <a:prstGeom prst="rect">
            <a:avLst/>
          </a:prstGeom>
        </p:spPr>
        <p:txBody>
          <a:bodyPr lIns="0" tIns="0" rIns="0" bIns="0">
            <a:noAutofit/>
          </a:bodyPr>
          <a:lstStyle>
            <a:lvl1pPr marL="0" indent="0">
              <a:spcBef>
                <a:spcPts val="600"/>
              </a:spcBef>
              <a:buClr>
                <a:srgbClr val="000000"/>
              </a:buClr>
              <a:buSzPct val="110000"/>
              <a:buFont typeface="Arial" pitchFamily="34" charset="0"/>
              <a:buNone/>
              <a:defRPr sz="2000">
                <a:solidFill>
                  <a:schemeClr val="tx1"/>
                </a:solidFill>
                <a:latin typeface="Arial" pitchFamily="34" charset="0"/>
              </a:defRPr>
            </a:lvl1pPr>
            <a:lvl2pPr marL="179388" indent="-179388">
              <a:spcBef>
                <a:spcPts val="600"/>
              </a:spcBef>
              <a:buClr>
                <a:srgbClr val="000000"/>
              </a:buClr>
              <a:buSzPct val="110000"/>
              <a:buFont typeface="Arial" pitchFamily="34" charset="0"/>
              <a:buChar char="•"/>
              <a:defRPr sz="2000" baseline="0">
                <a:solidFill>
                  <a:schemeClr val="tx1"/>
                </a:solidFill>
                <a:latin typeface="Arial" pitchFamily="34" charset="0"/>
              </a:defRPr>
            </a:lvl2pPr>
            <a:lvl3pPr marL="360363" indent="-180975">
              <a:spcBef>
                <a:spcPts val="600"/>
              </a:spcBef>
              <a:buClr>
                <a:srgbClr val="000000"/>
              </a:buClr>
              <a:buSzPct val="100000"/>
              <a:buFont typeface="Calibri" panose="020F0502020204030204" pitchFamily="34" charset="0"/>
              <a:buChar char="–"/>
              <a:defRPr sz="1800">
                <a:solidFill>
                  <a:schemeClr val="tx1"/>
                </a:solidFill>
                <a:latin typeface="Arial" pitchFamily="34" charset="0"/>
              </a:defRPr>
            </a:lvl3pPr>
            <a:lvl4pPr marL="539750" indent="-179388">
              <a:spcBef>
                <a:spcPts val="600"/>
              </a:spcBef>
              <a:buClr>
                <a:srgbClr val="000000"/>
              </a:buClr>
              <a:buSzPct val="110000"/>
              <a:buFont typeface="Wingdings" pitchFamily="2" charset="2"/>
              <a:buChar char="§"/>
              <a:defRPr sz="1600">
                <a:solidFill>
                  <a:schemeClr val="tx1"/>
                </a:solidFill>
                <a:latin typeface="Arial" pitchFamily="34" charset="0"/>
              </a:defRPr>
            </a:lvl4pPr>
            <a:lvl5pPr marL="719138" indent="-179388">
              <a:spcBef>
                <a:spcPts val="6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a:extLst>
              <a:ext uri="{FF2B5EF4-FFF2-40B4-BE49-F238E27FC236}">
                <a16:creationId xmlns:a16="http://schemas.microsoft.com/office/drawing/2014/main" id="{D3F43615-B088-4842-8DD2-BA05F0EBEB54}"/>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dirty="0" smtClean="0">
                <a:solidFill>
                  <a:schemeClr val="tx1"/>
                </a:solidFill>
                <a:latin typeface="+mn-lt"/>
                <a:ea typeface="+mn-ea"/>
                <a:cs typeface="Arial" pitchFamily="34" charset="0"/>
              </a:defRPr>
            </a:lvl1pPr>
          </a:lstStyle>
          <a:p>
            <a:fld id="{525A3C56-E491-49B2-93F3-63532DF516BC}" type="slidenum">
              <a:rPr lang="en-CA" smtClean="0"/>
              <a:pPr/>
              <a:t>‹#›</a:t>
            </a:fld>
            <a:endParaRPr lang="en-CA" dirty="0"/>
          </a:p>
        </p:txBody>
      </p:sp>
    </p:spTree>
    <p:extLst>
      <p:ext uri="{BB962C8B-B14F-4D97-AF65-F5344CB8AC3E}">
        <p14:creationId xmlns:p14="http://schemas.microsoft.com/office/powerpoint/2010/main" val="13804826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tent with side small graphic ">
    <p:spTree>
      <p:nvGrpSpPr>
        <p:cNvPr id="1" name=""/>
        <p:cNvGrpSpPr/>
        <p:nvPr/>
      </p:nvGrpSpPr>
      <p:grpSpPr>
        <a:xfrm>
          <a:off x="0" y="0"/>
          <a:ext cx="0" cy="0"/>
          <a:chOff x="0" y="0"/>
          <a:chExt cx="0" cy="0"/>
        </a:xfrm>
      </p:grpSpPr>
      <p:sp>
        <p:nvSpPr>
          <p:cNvPr id="4" name="Content Placeholder 20">
            <a:extLst>
              <a:ext uri="{FF2B5EF4-FFF2-40B4-BE49-F238E27FC236}">
                <a16:creationId xmlns:a16="http://schemas.microsoft.com/office/drawing/2014/main" id="{FC187CB4-59E4-E948-8C18-9F705140F8E7}"/>
              </a:ext>
            </a:extLst>
          </p:cNvPr>
          <p:cNvSpPr>
            <a:spLocks noGrp="1"/>
          </p:cNvSpPr>
          <p:nvPr>
            <p:ph sz="quarter" idx="17"/>
          </p:nvPr>
        </p:nvSpPr>
        <p:spPr>
          <a:xfrm>
            <a:off x="766763" y="1557338"/>
            <a:ext cx="7634287" cy="4535487"/>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Pct val="100000"/>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5" name="Title Placeholder 1">
            <a:extLst>
              <a:ext uri="{FF2B5EF4-FFF2-40B4-BE49-F238E27FC236}">
                <a16:creationId xmlns:a16="http://schemas.microsoft.com/office/drawing/2014/main" id="{93E51C5F-F6C0-F042-8FC5-13245991AF32}"/>
              </a:ext>
            </a:extLst>
          </p:cNvPr>
          <p:cNvSpPr>
            <a:spLocks noGrp="1"/>
          </p:cNvSpPr>
          <p:nvPr>
            <p:ph type="title" hasCustomPrompt="1"/>
          </p:nvPr>
        </p:nvSpPr>
        <p:spPr>
          <a:xfrm>
            <a:off x="766763" y="685165"/>
            <a:ext cx="10658475" cy="576262"/>
          </a:xfrm>
          <a:prstGeom prst="rect">
            <a:avLst/>
          </a:prstGeom>
        </p:spPr>
        <p:txBody>
          <a:bodyPr vert="horz" lIns="0" tIns="0" rIns="0" bIns="0" rtlCol="0" anchor="t" anchorCtr="0">
            <a:noAutofit/>
          </a:bodyPr>
          <a:lstStyle/>
          <a:p>
            <a:r>
              <a:rPr lang="en-US" noProof="0" dirty="0"/>
              <a:t>Content with side small graphic </a:t>
            </a:r>
          </a:p>
        </p:txBody>
      </p:sp>
      <p:sp>
        <p:nvSpPr>
          <p:cNvPr id="6" name="Picture Placeholder 11">
            <a:extLst>
              <a:ext uri="{FF2B5EF4-FFF2-40B4-BE49-F238E27FC236}">
                <a16:creationId xmlns:a16="http://schemas.microsoft.com/office/drawing/2014/main" id="{2D34D49C-F4FA-B74B-BB7F-2282D9134435}"/>
              </a:ext>
            </a:extLst>
          </p:cNvPr>
          <p:cNvSpPr>
            <a:spLocks noGrp="1"/>
          </p:cNvSpPr>
          <p:nvPr>
            <p:ph type="pic" sz="quarter" idx="23" hasCustomPrompt="1"/>
          </p:nvPr>
        </p:nvSpPr>
        <p:spPr>
          <a:xfrm>
            <a:off x="9156699" y="1557338"/>
            <a:ext cx="2268539" cy="4535487"/>
          </a:xfrm>
          <a:prstGeom prst="rect">
            <a:avLst/>
          </a:prstGeom>
        </p:spPr>
        <p:txBody>
          <a:bodyPr lIns="0" tIns="0" rIns="0" bIns="0">
            <a:noAutofit/>
          </a:bodyPr>
          <a:lstStyle>
            <a:lvl1pPr marL="179388" indent="-179388">
              <a:buFont typeface="Arial" pitchFamily="34" charset="0"/>
              <a:buNone/>
              <a:defRPr lang="en-AU" sz="1600" kern="1200" dirty="0" smtClean="0">
                <a:solidFill>
                  <a:schemeClr val="tx1"/>
                </a:solidFill>
                <a:latin typeface="Arial" pitchFamily="34" charset="0"/>
                <a:ea typeface="+mn-ea"/>
                <a:cs typeface="+mn-cs"/>
              </a:defRPr>
            </a:lvl1pPr>
          </a:lstStyle>
          <a:p>
            <a:r>
              <a:rPr lang="en-US" dirty="0"/>
              <a:t>Text</a:t>
            </a:r>
          </a:p>
        </p:txBody>
      </p:sp>
      <p:sp>
        <p:nvSpPr>
          <p:cNvPr id="7" name="Slide Number Placeholder 5">
            <a:extLst>
              <a:ext uri="{FF2B5EF4-FFF2-40B4-BE49-F238E27FC236}">
                <a16:creationId xmlns:a16="http://schemas.microsoft.com/office/drawing/2014/main" id="{21F4CA38-72C4-D142-8247-6221593D83DF}"/>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dirty="0" smtClean="0">
                <a:solidFill>
                  <a:schemeClr val="tx1"/>
                </a:solidFill>
                <a:latin typeface="+mn-lt"/>
                <a:ea typeface="+mn-ea"/>
                <a:cs typeface="Arial" pitchFamily="34" charset="0"/>
              </a:defRPr>
            </a:lvl1pPr>
          </a:lstStyle>
          <a:p>
            <a:fld id="{525A3C56-E491-49B2-93F3-63532DF516BC}" type="slidenum">
              <a:rPr lang="en-CA" smtClean="0"/>
              <a:pPr/>
              <a:t>‹#›</a:t>
            </a:fld>
            <a:endParaRPr lang="en-CA" dirty="0"/>
          </a:p>
        </p:txBody>
      </p:sp>
      <p:sp>
        <p:nvSpPr>
          <p:cNvPr id="8" name="TextBox 7">
            <a:extLst>
              <a:ext uri="{FF2B5EF4-FFF2-40B4-BE49-F238E27FC236}">
                <a16:creationId xmlns:a16="http://schemas.microsoft.com/office/drawing/2014/main" id="{B93110AC-EDD5-164D-9903-F88EACB2D912}"/>
              </a:ext>
            </a:extLst>
          </p:cNvPr>
          <p:cNvSpPr txBox="1"/>
          <p:nvPr userDrawn="1"/>
        </p:nvSpPr>
        <p:spPr>
          <a:xfrm>
            <a:off x="2823210" y="845820"/>
            <a:ext cx="0" cy="0"/>
          </a:xfrm>
          <a:prstGeom prst="rect">
            <a:avLst/>
          </a:prstGeom>
        </p:spPr>
        <p:txBody>
          <a:bodyPr vert="horz" wrap="none" lIns="0" tIns="0" rIns="0" bIns="0" rtlCol="0" anchor="t" anchorCtr="0">
            <a:noAutofit/>
          </a:bodyPr>
          <a:lstStyle/>
          <a:p>
            <a:pPr algn="l"/>
            <a:endParaRPr lang="en-CA" dirty="0"/>
          </a:p>
        </p:txBody>
      </p:sp>
    </p:spTree>
    <p:extLst>
      <p:ext uri="{BB962C8B-B14F-4D97-AF65-F5344CB8AC3E}">
        <p14:creationId xmlns:p14="http://schemas.microsoft.com/office/powerpoint/2010/main" val="126654053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Quotation pag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B2D155C-3987-F847-9D0B-84468EFC74D8}"/>
              </a:ext>
            </a:extLst>
          </p:cNvPr>
          <p:cNvSpPr>
            <a:spLocks noGrp="1"/>
          </p:cNvSpPr>
          <p:nvPr>
            <p:ph type="ctrTitle" hasCustomPrompt="1"/>
          </p:nvPr>
        </p:nvSpPr>
        <p:spPr>
          <a:xfrm>
            <a:off x="766763" y="2984416"/>
            <a:ext cx="7326914" cy="1730375"/>
          </a:xfrm>
        </p:spPr>
        <p:txBody>
          <a:bodyPr wrap="square" lIns="0" tIns="0" rIns="0" bIns="0" anchor="t" anchorCtr="0">
            <a:noAutofit/>
          </a:bodyPr>
          <a:lstStyle>
            <a:lvl1pPr algn="l">
              <a:defRPr sz="3600" baseline="0">
                <a:solidFill>
                  <a:schemeClr val="tx1"/>
                </a:solidFill>
              </a:defRPr>
            </a:lvl1pPr>
          </a:lstStyle>
          <a:p>
            <a:r>
              <a:rPr lang="en-US" noProof="0" dirty="0"/>
              <a:t>Quotation page</a:t>
            </a:r>
          </a:p>
        </p:txBody>
      </p:sp>
      <p:sp>
        <p:nvSpPr>
          <p:cNvPr id="5" name="Slide Number Placeholder 5">
            <a:extLst>
              <a:ext uri="{FF2B5EF4-FFF2-40B4-BE49-F238E27FC236}">
                <a16:creationId xmlns:a16="http://schemas.microsoft.com/office/drawing/2014/main" id="{4AB6354D-4439-8B45-B450-15EA71FAF8F3}"/>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dirty="0" smtClean="0">
                <a:solidFill>
                  <a:schemeClr val="tx1"/>
                </a:solidFill>
                <a:latin typeface="+mn-lt"/>
                <a:ea typeface="+mn-ea"/>
                <a:cs typeface="Arial" pitchFamily="34" charset="0"/>
              </a:defRPr>
            </a:lvl1pPr>
          </a:lstStyle>
          <a:p>
            <a:fld id="{525A3C56-E491-49B2-93F3-63532DF516BC}" type="slidenum">
              <a:rPr lang="en-CA" smtClean="0"/>
              <a:pPr/>
              <a:t>‹#›</a:t>
            </a:fld>
            <a:endParaRPr lang="en-CA" dirty="0"/>
          </a:p>
        </p:txBody>
      </p:sp>
    </p:spTree>
    <p:extLst>
      <p:ext uri="{BB962C8B-B14F-4D97-AF65-F5344CB8AC3E}">
        <p14:creationId xmlns:p14="http://schemas.microsoft.com/office/powerpoint/2010/main" val="419216499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Quotation page - 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AB704F1-9387-744F-A7AB-A0C557474C54}"/>
              </a:ext>
            </a:extLst>
          </p:cNvPr>
          <p:cNvSpPr/>
          <p:nvPr userDrawn="1"/>
        </p:nvSpPr>
        <p:spPr bwMode="gray">
          <a:xfrm>
            <a:off x="766763" y="1557338"/>
            <a:ext cx="10658476" cy="2317016"/>
          </a:xfrm>
          <a:prstGeom prst="rect">
            <a:avLst/>
          </a:prstGeom>
          <a:gradFill>
            <a:gsLst>
              <a:gs pos="100000">
                <a:srgbClr val="991F3D"/>
              </a:gs>
              <a:gs pos="66000">
                <a:srgbClr val="E31937"/>
              </a:gs>
              <a:gs pos="33000">
                <a:srgbClr val="FF6A00"/>
              </a:gs>
              <a:gs pos="0">
                <a:srgbClr val="FFCDD2"/>
              </a:gs>
            </a:gsLst>
            <a:lin ang="10800000" scaled="0"/>
          </a:gradFill>
          <a:ln w="9525" algn="ctr">
            <a:noFill/>
            <a:miter lim="800000"/>
            <a:headEnd/>
            <a:tailEnd/>
          </a:ln>
          <a:effectLst/>
        </p:spPr>
        <p:txBody>
          <a:bodyPr lIns="63500" tIns="0" rIns="64800" bIns="0" rtlCol="0" anchor="ctr">
            <a:noAutofit/>
          </a:bodyPr>
          <a:lstStyle/>
          <a:p>
            <a:pPr lvl="0" algn="ctr">
              <a:spcBef>
                <a:spcPct val="0"/>
              </a:spcBef>
              <a:buClrTx/>
              <a:buSzPct val="90000"/>
            </a:pPr>
            <a:endParaRPr lang="en-US" sz="1600" b="1" noProof="0" dirty="0">
              <a:solidFill>
                <a:schemeClr val="bg1"/>
              </a:solidFill>
              <a:cs typeface="Arial" pitchFamily="34" charset="0"/>
            </a:endParaRPr>
          </a:p>
        </p:txBody>
      </p:sp>
      <p:sp>
        <p:nvSpPr>
          <p:cNvPr id="11" name="Title Placeholder 1">
            <a:extLst>
              <a:ext uri="{FF2B5EF4-FFF2-40B4-BE49-F238E27FC236}">
                <a16:creationId xmlns:a16="http://schemas.microsoft.com/office/drawing/2014/main" id="{5F6F0F7F-AD94-8A45-9C63-550DEBA61840}"/>
              </a:ext>
            </a:extLst>
          </p:cNvPr>
          <p:cNvSpPr>
            <a:spLocks noGrp="1"/>
          </p:cNvSpPr>
          <p:nvPr>
            <p:ph type="title" hasCustomPrompt="1"/>
          </p:nvPr>
        </p:nvSpPr>
        <p:spPr>
          <a:xfrm>
            <a:off x="766800" y="684000"/>
            <a:ext cx="10664561" cy="673357"/>
          </a:xfrm>
          <a:prstGeom prst="rect">
            <a:avLst/>
          </a:prstGeom>
        </p:spPr>
        <p:txBody>
          <a:bodyPr vert="horz" lIns="0" tIns="0" rIns="0" bIns="0" rtlCol="0" anchor="t" anchorCtr="0">
            <a:noAutofit/>
          </a:bodyPr>
          <a:lstStyle/>
          <a:p>
            <a:r>
              <a:rPr lang="en-US" noProof="0" dirty="0"/>
              <a:t>Quotation page - 2</a:t>
            </a:r>
          </a:p>
        </p:txBody>
      </p:sp>
      <p:sp>
        <p:nvSpPr>
          <p:cNvPr id="12" name="Content Placeholder 20">
            <a:extLst>
              <a:ext uri="{FF2B5EF4-FFF2-40B4-BE49-F238E27FC236}">
                <a16:creationId xmlns:a16="http://schemas.microsoft.com/office/drawing/2014/main" id="{3DC0A301-140F-B842-9A9E-9F3B20853141}"/>
              </a:ext>
            </a:extLst>
          </p:cNvPr>
          <p:cNvSpPr>
            <a:spLocks noGrp="1"/>
          </p:cNvSpPr>
          <p:nvPr>
            <p:ph sz="quarter" idx="17"/>
          </p:nvPr>
        </p:nvSpPr>
        <p:spPr bwMode="white">
          <a:xfrm>
            <a:off x="1558925" y="1924565"/>
            <a:ext cx="9109075" cy="1800000"/>
          </a:xfrm>
          <a:prstGeom prst="rect">
            <a:avLst/>
          </a:prstGeom>
        </p:spPr>
        <p:txBody>
          <a:bodyPr lIns="0" tIns="0" rIns="0" bIns="0">
            <a:noAutofit/>
          </a:bodyPr>
          <a:lstStyle>
            <a:lvl1pPr marL="0" indent="0">
              <a:spcBef>
                <a:spcPts val="500"/>
              </a:spcBef>
              <a:buClr>
                <a:schemeClr val="accent1"/>
              </a:buClr>
              <a:buSzPct val="110000"/>
              <a:buFont typeface="Arial" pitchFamily="34" charset="0"/>
              <a:buNone/>
              <a:defRPr sz="2000" b="1" i="1">
                <a:solidFill>
                  <a:schemeClr val="bg1"/>
                </a:solidFill>
                <a:latin typeface="Arial" pitchFamily="34" charset="0"/>
              </a:defRPr>
            </a:lvl1pPr>
            <a:lvl2pPr marL="0" indent="0">
              <a:spcBef>
                <a:spcPts val="500"/>
              </a:spcBef>
              <a:buClr>
                <a:schemeClr val="bg1"/>
              </a:buClr>
              <a:buSzPct val="110000"/>
              <a:buFont typeface="Arial" pitchFamily="34" charset="0"/>
              <a:buNone/>
              <a:defRPr sz="1800" baseline="0">
                <a:solidFill>
                  <a:schemeClr val="bg1"/>
                </a:solidFill>
                <a:latin typeface="Arial" pitchFamily="34" charset="0"/>
              </a:defRPr>
            </a:lvl2pPr>
            <a:lvl3pPr marL="274638" indent="-274638">
              <a:spcBef>
                <a:spcPts val="500"/>
              </a:spcBef>
              <a:buClr>
                <a:schemeClr val="bg1"/>
              </a:buClr>
              <a:buSzPct val="110000"/>
              <a:buFont typeface="Arial" pitchFamily="34" charset="0"/>
              <a:buChar char="•"/>
              <a:defRPr sz="1800">
                <a:solidFill>
                  <a:schemeClr val="bg1"/>
                </a:solidFill>
                <a:latin typeface="Arial" pitchFamily="34" charset="0"/>
              </a:defRPr>
            </a:lvl3pPr>
            <a:lvl4pPr marL="811213" indent="-274638">
              <a:spcBef>
                <a:spcPts val="500"/>
              </a:spcBef>
              <a:buClr>
                <a:schemeClr val="accent1"/>
              </a:buClr>
              <a:buSzPct val="110000"/>
              <a:buFont typeface="Arial" pitchFamily="34" charset="0"/>
              <a:buChar char="•"/>
              <a:defRPr sz="1800">
                <a:solidFill>
                  <a:schemeClr val="bg1"/>
                </a:solidFill>
                <a:latin typeface="Arial" pitchFamily="34" charset="0"/>
              </a:defRPr>
            </a:lvl4pPr>
            <a:lvl5pPr marL="1074738" indent="-263525">
              <a:spcBef>
                <a:spcPts val="500"/>
              </a:spcBef>
              <a:buClr>
                <a:schemeClr val="accent1"/>
              </a:buClr>
              <a:buSzPct val="110000"/>
              <a:buFont typeface="Arial" pitchFamily="34" charset="0"/>
              <a:buChar char="•"/>
              <a:defRPr sz="1600">
                <a:solidFill>
                  <a:schemeClr val="bg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Edit Master text styles</a:t>
            </a:r>
          </a:p>
          <a:p>
            <a:pPr lvl="1"/>
            <a:r>
              <a:rPr lang="en-US"/>
              <a:t>Second level</a:t>
            </a:r>
          </a:p>
          <a:p>
            <a:pPr lvl="2"/>
            <a:r>
              <a:rPr lang="en-US"/>
              <a:t>Third level</a:t>
            </a:r>
          </a:p>
        </p:txBody>
      </p:sp>
      <p:sp>
        <p:nvSpPr>
          <p:cNvPr id="13" name="Content Placeholder 20">
            <a:extLst>
              <a:ext uri="{FF2B5EF4-FFF2-40B4-BE49-F238E27FC236}">
                <a16:creationId xmlns:a16="http://schemas.microsoft.com/office/drawing/2014/main" id="{FD10FA1E-7A18-A84C-A80C-9F74B995D43E}"/>
              </a:ext>
            </a:extLst>
          </p:cNvPr>
          <p:cNvSpPr>
            <a:spLocks noGrp="1"/>
          </p:cNvSpPr>
          <p:nvPr>
            <p:ph sz="quarter" idx="18"/>
          </p:nvPr>
        </p:nvSpPr>
        <p:spPr>
          <a:xfrm>
            <a:off x="766763" y="4156564"/>
            <a:ext cx="10658475" cy="1936261"/>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b="0" i="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0" i="0" baseline="0">
                <a:solidFill>
                  <a:schemeClr val="tx1"/>
                </a:solidFill>
                <a:latin typeface="Arial" pitchFamily="34" charset="0"/>
              </a:defRPr>
            </a:lvl2pPr>
            <a:lvl3pPr marL="536575" indent="-273050">
              <a:spcBef>
                <a:spcPts val="500"/>
              </a:spcBef>
              <a:buClr>
                <a:schemeClr val="tx1"/>
              </a:buClr>
              <a:buSzPct val="100000"/>
              <a:buFont typeface="Calibri" panose="020F0502020204030204" pitchFamily="34" charset="0"/>
              <a:buChar char="–"/>
              <a:defRPr sz="1800" b="0" i="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4" name="Slide Number Placeholder 5">
            <a:extLst>
              <a:ext uri="{FF2B5EF4-FFF2-40B4-BE49-F238E27FC236}">
                <a16:creationId xmlns:a16="http://schemas.microsoft.com/office/drawing/2014/main" id="{D08F3D4F-4489-1549-AF20-5B88DAC96548}"/>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dirty="0" smtClean="0">
                <a:solidFill>
                  <a:schemeClr val="tx1"/>
                </a:solidFill>
                <a:latin typeface="+mn-lt"/>
                <a:ea typeface="+mn-ea"/>
                <a:cs typeface="Arial" pitchFamily="34" charset="0"/>
              </a:defRPr>
            </a:lvl1pPr>
          </a:lstStyle>
          <a:p>
            <a:fld id="{525A3C56-E491-49B2-93F3-63532DF516BC}" type="slidenum">
              <a:rPr lang="en-CA" smtClean="0"/>
              <a:pPr/>
              <a:t>‹#›</a:t>
            </a:fld>
            <a:endParaRPr lang="en-CA" dirty="0"/>
          </a:p>
        </p:txBody>
      </p:sp>
    </p:spTree>
    <p:extLst>
      <p:ext uri="{BB962C8B-B14F-4D97-AF65-F5344CB8AC3E}">
        <p14:creationId xmlns:p14="http://schemas.microsoft.com/office/powerpoint/2010/main" val="187564542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lient Ref pag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9F8E84C-B364-DA4D-B480-E2F8D7309D87}"/>
              </a:ext>
            </a:extLst>
          </p:cNvPr>
          <p:cNvSpPr>
            <a:spLocks noGrp="1"/>
          </p:cNvSpPr>
          <p:nvPr>
            <p:ph type="sldNum" sz="quarter" idx="10"/>
          </p:nvPr>
        </p:nvSpPr>
        <p:spPr/>
        <p:txBody>
          <a:bodyPr>
            <a:noAutofit/>
          </a:bodyPr>
          <a:lstStyle/>
          <a:p>
            <a:fld id="{525A3C56-E491-49B2-93F3-63532DF516BC}" type="slidenum">
              <a:rPr lang="en-CA" smtClean="0"/>
              <a:pPr/>
              <a:t>‹#›</a:t>
            </a:fld>
            <a:endParaRPr lang="en-CA" dirty="0"/>
          </a:p>
        </p:txBody>
      </p:sp>
      <p:sp>
        <p:nvSpPr>
          <p:cNvPr id="4" name="Rectangle 3">
            <a:extLst>
              <a:ext uri="{FF2B5EF4-FFF2-40B4-BE49-F238E27FC236}">
                <a16:creationId xmlns:a16="http://schemas.microsoft.com/office/drawing/2014/main" id="{DAEB9999-5E97-764D-AC76-E36C36BBB481}"/>
              </a:ext>
            </a:extLst>
          </p:cNvPr>
          <p:cNvSpPr/>
          <p:nvPr userDrawn="1"/>
        </p:nvSpPr>
        <p:spPr bwMode="gray">
          <a:xfrm>
            <a:off x="766762" y="4064734"/>
            <a:ext cx="10658475" cy="2028091"/>
          </a:xfrm>
          <a:prstGeom prst="rect">
            <a:avLst/>
          </a:prstGeom>
          <a:gradFill>
            <a:gsLst>
              <a:gs pos="100000">
                <a:srgbClr val="991F3D"/>
              </a:gs>
              <a:gs pos="66000">
                <a:srgbClr val="E31937"/>
              </a:gs>
              <a:gs pos="33000">
                <a:srgbClr val="FF6A00"/>
              </a:gs>
              <a:gs pos="0">
                <a:srgbClr val="FFCDD2"/>
              </a:gs>
            </a:gsLst>
            <a:lin ang="10800000" scaled="0"/>
          </a:gradFill>
          <a:ln w="9525" algn="ctr">
            <a:noFill/>
            <a:miter lim="800000"/>
            <a:headEnd/>
            <a:tailEnd/>
          </a:ln>
          <a:effectLst/>
        </p:spPr>
        <p:txBody>
          <a:bodyPr lIns="63500" tIns="0" rIns="64800" bIns="0" rtlCol="0" anchor="ctr">
            <a:noAutofit/>
          </a:bodyPr>
          <a:lstStyle/>
          <a:p>
            <a:pPr lvl="0" algn="ctr">
              <a:spcBef>
                <a:spcPct val="0"/>
              </a:spcBef>
              <a:buClrTx/>
              <a:buSzPct val="90000"/>
            </a:pPr>
            <a:endParaRPr lang="en-US" sz="1600" b="1" noProof="0" dirty="0">
              <a:solidFill>
                <a:schemeClr val="bg1"/>
              </a:solidFill>
              <a:cs typeface="Arial" pitchFamily="34" charset="0"/>
            </a:endParaRPr>
          </a:p>
        </p:txBody>
      </p:sp>
      <p:sp>
        <p:nvSpPr>
          <p:cNvPr id="6" name="Title Placeholder 1">
            <a:extLst>
              <a:ext uri="{FF2B5EF4-FFF2-40B4-BE49-F238E27FC236}">
                <a16:creationId xmlns:a16="http://schemas.microsoft.com/office/drawing/2014/main" id="{4A2810CC-7DE6-E94F-923A-A26081CDD1DC}"/>
              </a:ext>
            </a:extLst>
          </p:cNvPr>
          <p:cNvSpPr>
            <a:spLocks noGrp="1"/>
          </p:cNvSpPr>
          <p:nvPr>
            <p:ph type="title" hasCustomPrompt="1"/>
          </p:nvPr>
        </p:nvSpPr>
        <p:spPr>
          <a:xfrm>
            <a:off x="767383" y="684000"/>
            <a:ext cx="10657856" cy="576262"/>
          </a:xfrm>
          <a:prstGeom prst="rect">
            <a:avLst/>
          </a:prstGeom>
        </p:spPr>
        <p:txBody>
          <a:bodyPr vert="horz" lIns="0" tIns="0" rIns="0" bIns="0" rtlCol="0" anchor="t" anchorCtr="0">
            <a:noAutofit/>
          </a:bodyPr>
          <a:lstStyle/>
          <a:p>
            <a:r>
              <a:rPr lang="en-US" noProof="0" dirty="0"/>
              <a:t>Client Ref page</a:t>
            </a:r>
          </a:p>
        </p:txBody>
      </p:sp>
      <p:sp>
        <p:nvSpPr>
          <p:cNvPr id="7" name="Content Placeholder 20">
            <a:extLst>
              <a:ext uri="{FF2B5EF4-FFF2-40B4-BE49-F238E27FC236}">
                <a16:creationId xmlns:a16="http://schemas.microsoft.com/office/drawing/2014/main" id="{151BEF49-6996-9A47-912D-07F058FDAB1B}"/>
              </a:ext>
            </a:extLst>
          </p:cNvPr>
          <p:cNvSpPr>
            <a:spLocks noGrp="1"/>
          </p:cNvSpPr>
          <p:nvPr>
            <p:ph sz="quarter" idx="17"/>
          </p:nvPr>
        </p:nvSpPr>
        <p:spPr bwMode="white">
          <a:xfrm>
            <a:off x="8401050" y="4295045"/>
            <a:ext cx="2266950" cy="1594378"/>
          </a:xfrm>
          <a:prstGeom prst="rect">
            <a:avLst/>
          </a:prstGeom>
        </p:spPr>
        <p:txBody>
          <a:bodyPr lIns="0" tIns="0" rIns="0" bIns="0">
            <a:noAutofit/>
          </a:bodyPr>
          <a:lstStyle>
            <a:lvl1pPr marL="0" indent="0">
              <a:spcBef>
                <a:spcPts val="500"/>
              </a:spcBef>
              <a:buClr>
                <a:schemeClr val="accent1"/>
              </a:buClr>
              <a:buSzPct val="110000"/>
              <a:buFont typeface="Arial" pitchFamily="34" charset="0"/>
              <a:buNone/>
              <a:defRPr sz="1600" b="0" i="1">
                <a:solidFill>
                  <a:schemeClr val="bg1"/>
                </a:solidFill>
                <a:latin typeface="Arial" pitchFamily="34" charset="0"/>
              </a:defRPr>
            </a:lvl1pPr>
            <a:lvl2pPr marL="0" indent="0">
              <a:spcBef>
                <a:spcPts val="500"/>
              </a:spcBef>
              <a:buClr>
                <a:schemeClr val="bg1"/>
              </a:buClr>
              <a:buSzPct val="110000"/>
              <a:buFont typeface="Arial" pitchFamily="34" charset="0"/>
              <a:buNone/>
              <a:defRPr sz="1400" baseline="0">
                <a:solidFill>
                  <a:schemeClr val="bg1"/>
                </a:solidFill>
                <a:latin typeface="Arial" pitchFamily="34" charset="0"/>
              </a:defRPr>
            </a:lvl2pPr>
            <a:lvl3pPr marL="177800" indent="-177800">
              <a:spcBef>
                <a:spcPts val="500"/>
              </a:spcBef>
              <a:buClr>
                <a:schemeClr val="bg1"/>
              </a:buClr>
              <a:buSzPct val="110000"/>
              <a:buFont typeface="Arial" pitchFamily="34" charset="0"/>
              <a:buChar char="•"/>
              <a:defRPr sz="1400">
                <a:solidFill>
                  <a:schemeClr val="bg1"/>
                </a:solidFill>
                <a:latin typeface="Arial" pitchFamily="34" charset="0"/>
              </a:defRPr>
            </a:lvl3pPr>
            <a:lvl4pPr marL="811213" indent="-274638">
              <a:spcBef>
                <a:spcPts val="500"/>
              </a:spcBef>
              <a:buClr>
                <a:schemeClr val="accent1"/>
              </a:buClr>
              <a:buSzPct val="110000"/>
              <a:buFont typeface="Arial" pitchFamily="34" charset="0"/>
              <a:buChar char="•"/>
              <a:defRPr sz="1800">
                <a:solidFill>
                  <a:schemeClr val="bg1"/>
                </a:solidFill>
                <a:latin typeface="Arial" pitchFamily="34" charset="0"/>
              </a:defRPr>
            </a:lvl4pPr>
            <a:lvl5pPr marL="1074738" indent="-263525">
              <a:spcBef>
                <a:spcPts val="500"/>
              </a:spcBef>
              <a:buClr>
                <a:schemeClr val="accent1"/>
              </a:buClr>
              <a:buSzPct val="110000"/>
              <a:buFont typeface="Arial" pitchFamily="34" charset="0"/>
              <a:buChar char="•"/>
              <a:defRPr sz="1600">
                <a:solidFill>
                  <a:schemeClr val="bg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Edit Master text styles</a:t>
            </a:r>
          </a:p>
          <a:p>
            <a:pPr lvl="1"/>
            <a:r>
              <a:rPr lang="en-US"/>
              <a:t>Second level</a:t>
            </a:r>
          </a:p>
          <a:p>
            <a:pPr lvl="2"/>
            <a:r>
              <a:rPr lang="en-US"/>
              <a:t>Third level</a:t>
            </a:r>
          </a:p>
        </p:txBody>
      </p:sp>
      <p:sp>
        <p:nvSpPr>
          <p:cNvPr id="8" name="Content Placeholder 20">
            <a:extLst>
              <a:ext uri="{FF2B5EF4-FFF2-40B4-BE49-F238E27FC236}">
                <a16:creationId xmlns:a16="http://schemas.microsoft.com/office/drawing/2014/main" id="{7CA668C0-7C71-1B43-845C-1FB224D98D27}"/>
              </a:ext>
            </a:extLst>
          </p:cNvPr>
          <p:cNvSpPr>
            <a:spLocks noGrp="1"/>
          </p:cNvSpPr>
          <p:nvPr>
            <p:ph sz="quarter" idx="18"/>
          </p:nvPr>
        </p:nvSpPr>
        <p:spPr>
          <a:xfrm>
            <a:off x="766762" y="1557338"/>
            <a:ext cx="3060701" cy="2363309"/>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b="0" i="0">
                <a:solidFill>
                  <a:schemeClr val="tx1"/>
                </a:solidFill>
                <a:latin typeface="Arial" pitchFamily="34" charset="0"/>
              </a:defRPr>
            </a:lvl1pPr>
            <a:lvl2pPr marL="180975" indent="-180975">
              <a:spcBef>
                <a:spcPts val="500"/>
              </a:spcBef>
              <a:buClr>
                <a:schemeClr val="tx1"/>
              </a:buClr>
              <a:buSzPct val="110000"/>
              <a:buFont typeface="Arial" pitchFamily="34" charset="0"/>
              <a:buChar char="•"/>
              <a:defRPr sz="2000" b="0" i="0" baseline="0">
                <a:solidFill>
                  <a:schemeClr val="tx1"/>
                </a:solidFill>
                <a:latin typeface="Arial" pitchFamily="34" charset="0"/>
              </a:defRPr>
            </a:lvl2pPr>
            <a:lvl3pPr marL="361950" indent="-180975">
              <a:spcBef>
                <a:spcPts val="500"/>
              </a:spcBef>
              <a:buClr>
                <a:schemeClr val="tx1"/>
              </a:buClr>
              <a:buSzPct val="110000"/>
              <a:buFont typeface="Arial" panose="020B0604020202020204" pitchFamily="34" charset="0"/>
              <a:buChar char="•"/>
              <a:defRPr sz="1800" b="0" i="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9" name="Content Placeholder 20">
            <a:extLst>
              <a:ext uri="{FF2B5EF4-FFF2-40B4-BE49-F238E27FC236}">
                <a16:creationId xmlns:a16="http://schemas.microsoft.com/office/drawing/2014/main" id="{6BA3A388-5D46-A842-AD3F-3B150C88B120}"/>
              </a:ext>
            </a:extLst>
          </p:cNvPr>
          <p:cNvSpPr>
            <a:spLocks noGrp="1"/>
          </p:cNvSpPr>
          <p:nvPr>
            <p:ph sz="quarter" idx="19"/>
          </p:nvPr>
        </p:nvSpPr>
        <p:spPr bwMode="white">
          <a:xfrm>
            <a:off x="1558925" y="4296427"/>
            <a:ext cx="6049963" cy="1578280"/>
          </a:xfrm>
          <a:prstGeom prst="rect">
            <a:avLst/>
          </a:prstGeom>
        </p:spPr>
        <p:txBody>
          <a:bodyPr lIns="0" tIns="0" rIns="0" bIns="0">
            <a:noAutofit/>
          </a:bodyPr>
          <a:lstStyle>
            <a:lvl1pPr marL="0" indent="0">
              <a:spcBef>
                <a:spcPts val="500"/>
              </a:spcBef>
              <a:buClr>
                <a:schemeClr val="accent1"/>
              </a:buClr>
              <a:buSzPct val="110000"/>
              <a:buFont typeface="Arial" pitchFamily="34" charset="0"/>
              <a:buNone/>
              <a:defRPr sz="1800" b="0" i="0">
                <a:solidFill>
                  <a:schemeClr val="bg1"/>
                </a:solidFill>
                <a:latin typeface="Arial" pitchFamily="34" charset="0"/>
              </a:defRPr>
            </a:lvl1pPr>
            <a:lvl2pPr marL="177800" indent="-177800">
              <a:spcBef>
                <a:spcPts val="500"/>
              </a:spcBef>
              <a:buClr>
                <a:schemeClr val="bg1"/>
              </a:buClr>
              <a:buSzPct val="110000"/>
              <a:buFont typeface="Arial" pitchFamily="34" charset="0"/>
              <a:buChar char="•"/>
              <a:defRPr sz="1800" i="0" baseline="0">
                <a:solidFill>
                  <a:schemeClr val="bg1"/>
                </a:solidFill>
                <a:latin typeface="Arial" pitchFamily="34" charset="0"/>
              </a:defRPr>
            </a:lvl2pPr>
            <a:lvl3pPr marL="355600" indent="-177800">
              <a:spcBef>
                <a:spcPts val="500"/>
              </a:spcBef>
              <a:buClr>
                <a:schemeClr val="bg1"/>
              </a:buClr>
              <a:buSzPct val="100000"/>
              <a:buFont typeface="Calibri" panose="020F0502020204030204" pitchFamily="34" charset="0"/>
              <a:buChar char="–"/>
              <a:defRPr sz="1800" i="0">
                <a:solidFill>
                  <a:schemeClr val="bg1"/>
                </a:solidFill>
                <a:latin typeface="Arial" pitchFamily="34" charset="0"/>
              </a:defRPr>
            </a:lvl3pPr>
            <a:lvl4pPr marL="811213" indent="-274638">
              <a:spcBef>
                <a:spcPts val="500"/>
              </a:spcBef>
              <a:buClr>
                <a:schemeClr val="accent1"/>
              </a:buClr>
              <a:buSzPct val="110000"/>
              <a:buFont typeface="Arial" pitchFamily="34" charset="0"/>
              <a:buChar char="•"/>
              <a:defRPr sz="1800">
                <a:solidFill>
                  <a:schemeClr val="bg1"/>
                </a:solidFill>
                <a:latin typeface="Arial" pitchFamily="34" charset="0"/>
              </a:defRPr>
            </a:lvl4pPr>
            <a:lvl5pPr marL="1074738" indent="-263525">
              <a:spcBef>
                <a:spcPts val="500"/>
              </a:spcBef>
              <a:buClr>
                <a:schemeClr val="accent1"/>
              </a:buClr>
              <a:buSzPct val="110000"/>
              <a:buFont typeface="Arial" pitchFamily="34" charset="0"/>
              <a:buChar char="•"/>
              <a:defRPr sz="1600">
                <a:solidFill>
                  <a:schemeClr val="bg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Edit Master text styles</a:t>
            </a:r>
          </a:p>
          <a:p>
            <a:pPr lvl="1"/>
            <a:r>
              <a:rPr lang="en-US"/>
              <a:t>Second level</a:t>
            </a:r>
          </a:p>
          <a:p>
            <a:pPr lvl="2"/>
            <a:r>
              <a:rPr lang="en-US"/>
              <a:t>Third level</a:t>
            </a:r>
          </a:p>
        </p:txBody>
      </p:sp>
      <p:cxnSp>
        <p:nvCxnSpPr>
          <p:cNvPr id="10" name="Straight Connector 9">
            <a:extLst>
              <a:ext uri="{FF2B5EF4-FFF2-40B4-BE49-F238E27FC236}">
                <a16:creationId xmlns:a16="http://schemas.microsoft.com/office/drawing/2014/main" id="{327C77CF-5DDA-6D4B-A333-0AFD2883FD0C}"/>
              </a:ext>
            </a:extLst>
          </p:cNvPr>
          <p:cNvCxnSpPr/>
          <p:nvPr userDrawn="1"/>
        </p:nvCxnSpPr>
        <p:spPr bwMode="gray">
          <a:xfrm>
            <a:off x="4211300" y="1268413"/>
            <a:ext cx="0" cy="2736587"/>
          </a:xfrm>
          <a:prstGeom prst="line">
            <a:avLst/>
          </a:prstGeom>
          <a:noFill/>
          <a:ln w="19050">
            <a:solidFill>
              <a:schemeClr val="accent6"/>
            </a:solidFill>
            <a:round/>
            <a:headEnd/>
            <a:tailEnd/>
          </a:ln>
          <a:effectLst/>
        </p:spPr>
      </p:cxnSp>
      <p:cxnSp>
        <p:nvCxnSpPr>
          <p:cNvPr id="11" name="Straight Connector 10">
            <a:extLst>
              <a:ext uri="{FF2B5EF4-FFF2-40B4-BE49-F238E27FC236}">
                <a16:creationId xmlns:a16="http://schemas.microsoft.com/office/drawing/2014/main" id="{978EF8BE-D231-7F42-B29A-F120EA6904AC}"/>
              </a:ext>
            </a:extLst>
          </p:cNvPr>
          <p:cNvCxnSpPr/>
          <p:nvPr userDrawn="1"/>
        </p:nvCxnSpPr>
        <p:spPr bwMode="gray">
          <a:xfrm>
            <a:off x="7980700" y="1268413"/>
            <a:ext cx="0" cy="2736587"/>
          </a:xfrm>
          <a:prstGeom prst="line">
            <a:avLst/>
          </a:prstGeom>
          <a:noFill/>
          <a:ln w="19050">
            <a:solidFill>
              <a:schemeClr val="accent6"/>
            </a:solidFill>
            <a:round/>
            <a:headEnd/>
            <a:tailEnd/>
          </a:ln>
          <a:effectLst/>
        </p:spPr>
      </p:cxnSp>
      <p:sp>
        <p:nvSpPr>
          <p:cNvPr id="12" name="Content Placeholder 20">
            <a:extLst>
              <a:ext uri="{FF2B5EF4-FFF2-40B4-BE49-F238E27FC236}">
                <a16:creationId xmlns:a16="http://schemas.microsoft.com/office/drawing/2014/main" id="{F210E7C6-C9C5-AB4F-B2C6-08CF54A3F470}"/>
              </a:ext>
            </a:extLst>
          </p:cNvPr>
          <p:cNvSpPr>
            <a:spLocks noGrp="1"/>
          </p:cNvSpPr>
          <p:nvPr>
            <p:ph sz="quarter" idx="20"/>
          </p:nvPr>
        </p:nvSpPr>
        <p:spPr>
          <a:xfrm>
            <a:off x="4583113" y="1557338"/>
            <a:ext cx="3025776" cy="2363309"/>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b="0" i="0">
                <a:solidFill>
                  <a:schemeClr val="tx1"/>
                </a:solidFill>
                <a:latin typeface="Arial" pitchFamily="34" charset="0"/>
              </a:defRPr>
            </a:lvl1pPr>
            <a:lvl2pPr marL="180975" indent="-180975">
              <a:spcBef>
                <a:spcPts val="500"/>
              </a:spcBef>
              <a:buClr>
                <a:schemeClr val="tx1"/>
              </a:buClr>
              <a:buSzPct val="110000"/>
              <a:buFont typeface="Arial" pitchFamily="34" charset="0"/>
              <a:buChar char="•"/>
              <a:defRPr sz="2000" b="0" i="0" baseline="0">
                <a:solidFill>
                  <a:schemeClr val="tx1"/>
                </a:solidFill>
                <a:latin typeface="Arial" pitchFamily="34" charset="0"/>
              </a:defRPr>
            </a:lvl2pPr>
            <a:lvl3pPr marL="361950" indent="-180975">
              <a:spcBef>
                <a:spcPts val="500"/>
              </a:spcBef>
              <a:buClr>
                <a:schemeClr val="tx1"/>
              </a:buClr>
              <a:buSzPct val="110000"/>
              <a:buFont typeface="Arial" pitchFamily="34" charset="0"/>
              <a:buChar char="•"/>
              <a:defRPr sz="1800" b="0" i="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3" name="Content Placeholder 20">
            <a:extLst>
              <a:ext uri="{FF2B5EF4-FFF2-40B4-BE49-F238E27FC236}">
                <a16:creationId xmlns:a16="http://schemas.microsoft.com/office/drawing/2014/main" id="{34A65C94-F52F-3944-81C4-F364744665CA}"/>
              </a:ext>
            </a:extLst>
          </p:cNvPr>
          <p:cNvSpPr>
            <a:spLocks noGrp="1"/>
          </p:cNvSpPr>
          <p:nvPr>
            <p:ph sz="quarter" idx="21"/>
          </p:nvPr>
        </p:nvSpPr>
        <p:spPr>
          <a:xfrm>
            <a:off x="8401049" y="1557338"/>
            <a:ext cx="3024189" cy="2363309"/>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b="0" i="0">
                <a:solidFill>
                  <a:schemeClr val="tx1"/>
                </a:solidFill>
                <a:latin typeface="Arial" pitchFamily="34" charset="0"/>
              </a:defRPr>
            </a:lvl1pPr>
            <a:lvl2pPr marL="180975" indent="-180975">
              <a:spcBef>
                <a:spcPts val="500"/>
              </a:spcBef>
              <a:buClr>
                <a:schemeClr val="tx1"/>
              </a:buClr>
              <a:buSzPct val="110000"/>
              <a:buFont typeface="Arial" pitchFamily="34" charset="0"/>
              <a:buChar char="•"/>
              <a:defRPr sz="2000" b="0" i="0" baseline="0">
                <a:solidFill>
                  <a:schemeClr val="tx1"/>
                </a:solidFill>
                <a:latin typeface="Arial" pitchFamily="34" charset="0"/>
              </a:defRPr>
            </a:lvl2pPr>
            <a:lvl3pPr marL="361950" indent="-180975">
              <a:spcBef>
                <a:spcPts val="500"/>
              </a:spcBef>
              <a:buClr>
                <a:schemeClr val="tx1"/>
              </a:buClr>
              <a:buSzPct val="110000"/>
              <a:buFont typeface="Arial" pitchFamily="34" charset="0"/>
              <a:buChar char="•"/>
              <a:defRPr sz="1800" b="0" i="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Tree>
    <p:extLst>
      <p:ext uri="{BB962C8B-B14F-4D97-AF65-F5344CB8AC3E}">
        <p14:creationId xmlns:p14="http://schemas.microsoft.com/office/powerpoint/2010/main" val="77011069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mparison pag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ECBF8C6-FF3A-E946-B3D5-6C27E5F99464}"/>
              </a:ext>
            </a:extLst>
          </p:cNvPr>
          <p:cNvSpPr>
            <a:spLocks noGrp="1"/>
          </p:cNvSpPr>
          <p:nvPr>
            <p:ph type="sldNum" sz="quarter" idx="10"/>
          </p:nvPr>
        </p:nvSpPr>
        <p:spPr/>
        <p:txBody>
          <a:bodyPr>
            <a:noAutofit/>
          </a:bodyPr>
          <a:lstStyle/>
          <a:p>
            <a:fld id="{525A3C56-E491-49B2-93F3-63532DF516BC}" type="slidenum">
              <a:rPr lang="en-CA" smtClean="0"/>
              <a:pPr/>
              <a:t>‹#›</a:t>
            </a:fld>
            <a:endParaRPr lang="en-CA" dirty="0"/>
          </a:p>
        </p:txBody>
      </p:sp>
      <p:sp>
        <p:nvSpPr>
          <p:cNvPr id="4" name="Title Placeholder 1">
            <a:extLst>
              <a:ext uri="{FF2B5EF4-FFF2-40B4-BE49-F238E27FC236}">
                <a16:creationId xmlns:a16="http://schemas.microsoft.com/office/drawing/2014/main" id="{29301D37-B47A-0547-ABCC-1B647A2174A5}"/>
              </a:ext>
            </a:extLst>
          </p:cNvPr>
          <p:cNvSpPr>
            <a:spLocks noGrp="1"/>
          </p:cNvSpPr>
          <p:nvPr>
            <p:ph type="title" hasCustomPrompt="1"/>
          </p:nvPr>
        </p:nvSpPr>
        <p:spPr>
          <a:xfrm>
            <a:off x="766763" y="684000"/>
            <a:ext cx="10658475" cy="565231"/>
          </a:xfrm>
          <a:prstGeom prst="rect">
            <a:avLst/>
          </a:prstGeom>
        </p:spPr>
        <p:txBody>
          <a:bodyPr vert="horz" lIns="0" tIns="0" rIns="0" bIns="0" rtlCol="0" anchor="t" anchorCtr="0">
            <a:noAutofit/>
          </a:bodyPr>
          <a:lstStyle/>
          <a:p>
            <a:r>
              <a:rPr lang="en-US" noProof="0" dirty="0"/>
              <a:t>Comparison page</a:t>
            </a:r>
          </a:p>
        </p:txBody>
      </p:sp>
      <p:sp>
        <p:nvSpPr>
          <p:cNvPr id="5" name="Content Placeholder 20">
            <a:extLst>
              <a:ext uri="{FF2B5EF4-FFF2-40B4-BE49-F238E27FC236}">
                <a16:creationId xmlns:a16="http://schemas.microsoft.com/office/drawing/2014/main" id="{0E41DF0A-83D4-5F42-8E48-2002316825FC}"/>
              </a:ext>
            </a:extLst>
          </p:cNvPr>
          <p:cNvSpPr>
            <a:spLocks noGrp="1"/>
          </p:cNvSpPr>
          <p:nvPr>
            <p:ph sz="quarter" idx="18"/>
          </p:nvPr>
        </p:nvSpPr>
        <p:spPr>
          <a:xfrm>
            <a:off x="768880" y="2000028"/>
            <a:ext cx="3058583" cy="4092797"/>
          </a:xfrm>
          <a:prstGeom prst="rect">
            <a:avLst/>
          </a:prstGeom>
        </p:spPr>
        <p:txBody>
          <a:bodyPr lIns="122400" tIns="61200" rIns="122400" bIns="61200">
            <a:noAutofit/>
          </a:bodyPr>
          <a:lstStyle>
            <a:lvl1pPr marL="0" indent="0">
              <a:spcBef>
                <a:spcPts val="500"/>
              </a:spcBef>
              <a:buClr>
                <a:schemeClr val="tx1"/>
              </a:buClr>
              <a:buSzPct val="110000"/>
              <a:buFont typeface="Arial" pitchFamily="34" charset="0"/>
              <a:buNone/>
              <a:defRPr sz="1800" b="0" i="0">
                <a:solidFill>
                  <a:schemeClr val="tx1"/>
                </a:solidFill>
                <a:latin typeface="Arial" pitchFamily="34" charset="0"/>
              </a:defRPr>
            </a:lvl1pPr>
            <a:lvl2pPr marL="180975" indent="-180975">
              <a:spcBef>
                <a:spcPts val="500"/>
              </a:spcBef>
              <a:buClr>
                <a:schemeClr val="tx1"/>
              </a:buClr>
              <a:buSzPct val="110000"/>
              <a:buFont typeface="Arial" pitchFamily="34" charset="0"/>
              <a:buChar char="•"/>
              <a:defRPr sz="1800" b="0" i="0" baseline="0">
                <a:solidFill>
                  <a:schemeClr val="tx1"/>
                </a:solidFill>
                <a:latin typeface="Arial" pitchFamily="34" charset="0"/>
              </a:defRPr>
            </a:lvl2pPr>
            <a:lvl3pPr marL="361950" indent="-180975">
              <a:spcBef>
                <a:spcPts val="500"/>
              </a:spcBef>
              <a:buClr>
                <a:schemeClr val="tx1"/>
              </a:buClr>
              <a:buSzPct val="100000"/>
              <a:buFont typeface="Calibri" panose="020F0502020204030204" pitchFamily="34" charset="0"/>
              <a:buChar char="–"/>
              <a:defRPr sz="1600" b="0" i="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4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2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cxnSp>
        <p:nvCxnSpPr>
          <p:cNvPr id="6" name="Straight Connector 5">
            <a:extLst>
              <a:ext uri="{FF2B5EF4-FFF2-40B4-BE49-F238E27FC236}">
                <a16:creationId xmlns:a16="http://schemas.microsoft.com/office/drawing/2014/main" id="{8B6F1C2D-EAC0-104E-91F8-B5ECA6A6754C}"/>
              </a:ext>
            </a:extLst>
          </p:cNvPr>
          <p:cNvCxnSpPr>
            <a:cxnSpLocks/>
          </p:cNvCxnSpPr>
          <p:nvPr userDrawn="1"/>
        </p:nvCxnSpPr>
        <p:spPr bwMode="gray">
          <a:xfrm>
            <a:off x="4585990" y="1543377"/>
            <a:ext cx="0" cy="3977818"/>
          </a:xfrm>
          <a:prstGeom prst="line">
            <a:avLst/>
          </a:prstGeom>
          <a:noFill/>
          <a:ln w="19050">
            <a:solidFill>
              <a:schemeClr val="accent6"/>
            </a:solidFill>
            <a:round/>
            <a:headEnd/>
            <a:tailEnd/>
          </a:ln>
          <a:effectLst/>
        </p:spPr>
      </p:cxnSp>
      <p:cxnSp>
        <p:nvCxnSpPr>
          <p:cNvPr id="7" name="Straight Connector 6">
            <a:extLst>
              <a:ext uri="{FF2B5EF4-FFF2-40B4-BE49-F238E27FC236}">
                <a16:creationId xmlns:a16="http://schemas.microsoft.com/office/drawing/2014/main" id="{D3A4403B-4A6F-6C49-BB6C-AB5D0E54358A}"/>
              </a:ext>
            </a:extLst>
          </p:cNvPr>
          <p:cNvCxnSpPr>
            <a:cxnSpLocks/>
          </p:cNvCxnSpPr>
          <p:nvPr userDrawn="1"/>
        </p:nvCxnSpPr>
        <p:spPr bwMode="gray">
          <a:xfrm>
            <a:off x="8401050" y="1543377"/>
            <a:ext cx="0" cy="3977818"/>
          </a:xfrm>
          <a:prstGeom prst="line">
            <a:avLst/>
          </a:prstGeom>
          <a:noFill/>
          <a:ln w="19050">
            <a:solidFill>
              <a:schemeClr val="accent6"/>
            </a:solidFill>
            <a:round/>
            <a:headEnd/>
            <a:tailEnd/>
          </a:ln>
          <a:effectLst/>
        </p:spPr>
      </p:cxnSp>
      <p:sp>
        <p:nvSpPr>
          <p:cNvPr id="8" name="Content Placeholder 20">
            <a:extLst>
              <a:ext uri="{FF2B5EF4-FFF2-40B4-BE49-F238E27FC236}">
                <a16:creationId xmlns:a16="http://schemas.microsoft.com/office/drawing/2014/main" id="{7789C2AB-0FAA-0647-B95A-D8A3E341BD5F}"/>
              </a:ext>
            </a:extLst>
          </p:cNvPr>
          <p:cNvSpPr>
            <a:spLocks noGrp="1"/>
          </p:cNvSpPr>
          <p:nvPr>
            <p:ph sz="quarter" idx="20"/>
          </p:nvPr>
        </p:nvSpPr>
        <p:spPr>
          <a:xfrm>
            <a:off x="4596063" y="2000028"/>
            <a:ext cx="3012824" cy="4092797"/>
          </a:xfrm>
          <a:prstGeom prst="rect">
            <a:avLst/>
          </a:prstGeom>
        </p:spPr>
        <p:txBody>
          <a:bodyPr lIns="122400" tIns="61200" rIns="122400" bIns="61200">
            <a:noAutofit/>
          </a:bodyPr>
          <a:lstStyle>
            <a:lvl1pPr marL="0" indent="0">
              <a:spcBef>
                <a:spcPts val="500"/>
              </a:spcBef>
              <a:buClr>
                <a:schemeClr val="tx1"/>
              </a:buClr>
              <a:buSzPct val="110000"/>
              <a:buFont typeface="Arial" pitchFamily="34" charset="0"/>
              <a:buNone/>
              <a:defRPr sz="1800" b="0" i="0">
                <a:solidFill>
                  <a:schemeClr val="tx1"/>
                </a:solidFill>
                <a:latin typeface="Arial" pitchFamily="34" charset="0"/>
              </a:defRPr>
            </a:lvl1pPr>
            <a:lvl2pPr marL="180975" indent="-180975">
              <a:spcBef>
                <a:spcPts val="500"/>
              </a:spcBef>
              <a:buClr>
                <a:schemeClr val="tx1"/>
              </a:buClr>
              <a:buSzPct val="110000"/>
              <a:buFont typeface="Arial" pitchFamily="34" charset="0"/>
              <a:buChar char="•"/>
              <a:defRPr sz="1800" b="0" i="0" baseline="0">
                <a:solidFill>
                  <a:schemeClr val="tx1"/>
                </a:solidFill>
                <a:latin typeface="Arial" pitchFamily="34" charset="0"/>
              </a:defRPr>
            </a:lvl2pPr>
            <a:lvl3pPr marL="361950" indent="-180975">
              <a:spcBef>
                <a:spcPts val="500"/>
              </a:spcBef>
              <a:buClr>
                <a:schemeClr val="tx1"/>
              </a:buClr>
              <a:buSzPct val="100000"/>
              <a:buFont typeface="Calibri" panose="020F0502020204030204" pitchFamily="34" charset="0"/>
              <a:buChar char="–"/>
              <a:defRPr sz="1600" b="0" i="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4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2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9" name="Content Placeholder 20">
            <a:extLst>
              <a:ext uri="{FF2B5EF4-FFF2-40B4-BE49-F238E27FC236}">
                <a16:creationId xmlns:a16="http://schemas.microsoft.com/office/drawing/2014/main" id="{52835192-0902-8445-BEBB-236A1C87ED56}"/>
              </a:ext>
            </a:extLst>
          </p:cNvPr>
          <p:cNvSpPr>
            <a:spLocks noGrp="1"/>
          </p:cNvSpPr>
          <p:nvPr>
            <p:ph sz="quarter" idx="21"/>
          </p:nvPr>
        </p:nvSpPr>
        <p:spPr>
          <a:xfrm>
            <a:off x="8413992" y="2000028"/>
            <a:ext cx="3011245" cy="4092797"/>
          </a:xfrm>
          <a:prstGeom prst="rect">
            <a:avLst/>
          </a:prstGeom>
        </p:spPr>
        <p:txBody>
          <a:bodyPr lIns="122400" tIns="61200" rIns="122400" bIns="61200">
            <a:noAutofit/>
          </a:bodyPr>
          <a:lstStyle>
            <a:lvl1pPr marL="0" indent="0">
              <a:spcBef>
                <a:spcPts val="500"/>
              </a:spcBef>
              <a:buClr>
                <a:schemeClr val="tx1"/>
              </a:buClr>
              <a:buSzPct val="110000"/>
              <a:buFont typeface="Arial" pitchFamily="34" charset="0"/>
              <a:buNone/>
              <a:defRPr sz="1800" b="0" i="0">
                <a:solidFill>
                  <a:schemeClr val="tx1"/>
                </a:solidFill>
                <a:latin typeface="Arial" pitchFamily="34" charset="0"/>
              </a:defRPr>
            </a:lvl1pPr>
            <a:lvl2pPr marL="180975" indent="-180975">
              <a:spcBef>
                <a:spcPts val="500"/>
              </a:spcBef>
              <a:buClr>
                <a:schemeClr val="tx1"/>
              </a:buClr>
              <a:buSzPct val="110000"/>
              <a:buFont typeface="Arial" pitchFamily="34" charset="0"/>
              <a:buChar char="•"/>
              <a:defRPr sz="1800" b="0" i="0" baseline="0">
                <a:solidFill>
                  <a:schemeClr val="tx1"/>
                </a:solidFill>
                <a:latin typeface="Arial" pitchFamily="34" charset="0"/>
              </a:defRPr>
            </a:lvl2pPr>
            <a:lvl3pPr marL="361950" indent="-180975">
              <a:spcBef>
                <a:spcPts val="500"/>
              </a:spcBef>
              <a:buClr>
                <a:schemeClr val="tx1"/>
              </a:buClr>
              <a:buSzPct val="100000"/>
              <a:buFont typeface="Calibri" panose="020F0502020204030204" pitchFamily="34" charset="0"/>
              <a:buChar char="–"/>
              <a:defRPr sz="1600" b="0" i="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4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2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0" name="Content Placeholder 2">
            <a:extLst>
              <a:ext uri="{FF2B5EF4-FFF2-40B4-BE49-F238E27FC236}">
                <a16:creationId xmlns:a16="http://schemas.microsoft.com/office/drawing/2014/main" id="{4E20A456-898E-7647-9636-3B35BE74CBDC}"/>
              </a:ext>
            </a:extLst>
          </p:cNvPr>
          <p:cNvSpPr>
            <a:spLocks noGrp="1"/>
          </p:cNvSpPr>
          <p:nvPr>
            <p:ph idx="1" hasCustomPrompt="1"/>
          </p:nvPr>
        </p:nvSpPr>
        <p:spPr>
          <a:xfrm>
            <a:off x="766763" y="1541789"/>
            <a:ext cx="3060700" cy="355552"/>
          </a:xfrm>
          <a:prstGeom prst="rect">
            <a:avLst/>
          </a:prstGeom>
          <a:gradFill>
            <a:gsLst>
              <a:gs pos="0">
                <a:schemeClr val="accent2"/>
              </a:gs>
              <a:gs pos="66000">
                <a:schemeClr val="accent1"/>
              </a:gs>
              <a:gs pos="33000">
                <a:srgbClr val="FF6A00"/>
              </a:gs>
              <a:gs pos="100000">
                <a:schemeClr val="tx2"/>
              </a:gs>
            </a:gsLst>
            <a:lin ang="12000000" scaled="0"/>
          </a:gradFill>
        </p:spPr>
        <p:txBody>
          <a:bodyPr lIns="122400" tIns="61200" rIns="122400" bIns="61200">
            <a:noAutofit/>
          </a:bodyPr>
          <a:lstStyle>
            <a:lvl1pPr marL="0" indent="0">
              <a:spcBef>
                <a:spcPts val="600"/>
              </a:spcBef>
              <a:buSzPct val="120000"/>
              <a:buFont typeface="Arial" pitchFamily="34" charset="0"/>
              <a:buNone/>
              <a:defRPr sz="1600" b="0" baseline="0">
                <a:solidFill>
                  <a:schemeClr val="bg1"/>
                </a:solidFill>
                <a:latin typeface="Arial" pitchFamily="34" charset="0"/>
              </a:defRPr>
            </a:lvl1pPr>
            <a:lvl2pPr marL="273050" indent="-265113">
              <a:spcBef>
                <a:spcPts val="600"/>
              </a:spcBef>
              <a:buClr>
                <a:schemeClr val="tx2"/>
              </a:buClr>
              <a:buSzPct val="120000"/>
              <a:buFont typeface="Verdana" pitchFamily="34" charset="0"/>
              <a:buChar char="•"/>
              <a:defRPr sz="1600">
                <a:solidFill>
                  <a:schemeClr val="tx1"/>
                </a:solidFill>
              </a:defRPr>
            </a:lvl2pPr>
            <a:lvl3pPr marL="631825" indent="-216000">
              <a:spcBef>
                <a:spcPts val="600"/>
              </a:spcBef>
              <a:buFont typeface="Verdana" pitchFamily="34" charset="0"/>
              <a:buChar char="−"/>
              <a:tabLst/>
              <a:defRPr sz="1600">
                <a:solidFill>
                  <a:schemeClr val="tx1"/>
                </a:solidFill>
              </a:defRPr>
            </a:lvl3pPr>
            <a:lvl4pPr marL="804863" indent="-216000">
              <a:spcBef>
                <a:spcPts val="600"/>
              </a:spcBef>
              <a:buFont typeface="Verdana" pitchFamily="34" charset="0"/>
              <a:buChar char="−"/>
              <a:defRPr sz="1400">
                <a:solidFill>
                  <a:schemeClr val="tx1"/>
                </a:solidFill>
              </a:defRPr>
            </a:lvl4pPr>
            <a:lvl5pPr marL="977900" indent="-216000">
              <a:spcBef>
                <a:spcPts val="600"/>
              </a:spcBef>
              <a:buFont typeface="Arial" pitchFamily="34" charset="0"/>
              <a:buChar char="-"/>
              <a:defRPr sz="1400">
                <a:solidFill>
                  <a:schemeClr val="tx1"/>
                </a:solidFill>
              </a:defRPr>
            </a:lvl5pPr>
            <a:lvl6pPr marL="871538" indent="-174625">
              <a:spcBef>
                <a:spcPts val="600"/>
              </a:spcBef>
              <a:defRPr sz="1400"/>
            </a:lvl6pPr>
            <a:lvl7pPr marL="1168400" indent="-216000">
              <a:spcBef>
                <a:spcPts val="600"/>
              </a:spcBef>
              <a:defRPr sz="1400">
                <a:solidFill>
                  <a:schemeClr val="tx1"/>
                </a:solidFill>
              </a:defRPr>
            </a:lvl7pPr>
          </a:lstStyle>
          <a:p>
            <a:pPr lvl="0"/>
            <a:r>
              <a:rPr lang="en-US" noProof="0" dirty="0"/>
              <a:t>Click to enter text</a:t>
            </a:r>
          </a:p>
        </p:txBody>
      </p:sp>
      <p:sp>
        <p:nvSpPr>
          <p:cNvPr id="11" name="Content Placeholder 2">
            <a:extLst>
              <a:ext uri="{FF2B5EF4-FFF2-40B4-BE49-F238E27FC236}">
                <a16:creationId xmlns:a16="http://schemas.microsoft.com/office/drawing/2014/main" id="{94060416-9D8D-2B4A-96F8-0EF11DCAC266}"/>
              </a:ext>
            </a:extLst>
          </p:cNvPr>
          <p:cNvSpPr>
            <a:spLocks noGrp="1"/>
          </p:cNvSpPr>
          <p:nvPr>
            <p:ph idx="22" hasCustomPrompt="1"/>
          </p:nvPr>
        </p:nvSpPr>
        <p:spPr>
          <a:xfrm>
            <a:off x="4583113" y="1541789"/>
            <a:ext cx="3025776" cy="355552"/>
          </a:xfrm>
          <a:prstGeom prst="rect">
            <a:avLst/>
          </a:prstGeom>
          <a:gradFill>
            <a:gsLst>
              <a:gs pos="0">
                <a:schemeClr val="accent2"/>
              </a:gs>
              <a:gs pos="66000">
                <a:schemeClr val="accent1"/>
              </a:gs>
              <a:gs pos="33000">
                <a:srgbClr val="FF6A00"/>
              </a:gs>
              <a:gs pos="100000">
                <a:schemeClr val="tx2"/>
              </a:gs>
            </a:gsLst>
            <a:lin ang="12000000" scaled="0"/>
          </a:gradFill>
        </p:spPr>
        <p:txBody>
          <a:bodyPr lIns="122400" tIns="61200" rIns="122400" bIns="61200">
            <a:noAutofit/>
          </a:bodyPr>
          <a:lstStyle>
            <a:lvl1pPr marL="0" indent="0">
              <a:spcBef>
                <a:spcPts val="600"/>
              </a:spcBef>
              <a:buSzPct val="120000"/>
              <a:buFont typeface="Arial" pitchFamily="34" charset="0"/>
              <a:buNone/>
              <a:defRPr sz="1600" b="0" baseline="0">
                <a:solidFill>
                  <a:schemeClr val="bg1"/>
                </a:solidFill>
                <a:latin typeface="Arial" pitchFamily="34" charset="0"/>
              </a:defRPr>
            </a:lvl1pPr>
            <a:lvl2pPr marL="273050" indent="-265113">
              <a:spcBef>
                <a:spcPts val="600"/>
              </a:spcBef>
              <a:buClr>
                <a:schemeClr val="tx2"/>
              </a:buClr>
              <a:buSzPct val="120000"/>
              <a:buFont typeface="Verdana" pitchFamily="34" charset="0"/>
              <a:buChar char="•"/>
              <a:defRPr sz="1600">
                <a:solidFill>
                  <a:schemeClr val="tx1"/>
                </a:solidFill>
              </a:defRPr>
            </a:lvl2pPr>
            <a:lvl3pPr marL="631825" indent="-216000">
              <a:spcBef>
                <a:spcPts val="600"/>
              </a:spcBef>
              <a:buFont typeface="Verdana" pitchFamily="34" charset="0"/>
              <a:buChar char="−"/>
              <a:tabLst/>
              <a:defRPr sz="1600">
                <a:solidFill>
                  <a:schemeClr val="tx1"/>
                </a:solidFill>
              </a:defRPr>
            </a:lvl3pPr>
            <a:lvl4pPr marL="804863" indent="-216000">
              <a:spcBef>
                <a:spcPts val="600"/>
              </a:spcBef>
              <a:buFont typeface="Verdana" pitchFamily="34" charset="0"/>
              <a:buChar char="−"/>
              <a:defRPr sz="1400">
                <a:solidFill>
                  <a:schemeClr val="tx1"/>
                </a:solidFill>
              </a:defRPr>
            </a:lvl4pPr>
            <a:lvl5pPr marL="977900" indent="-216000">
              <a:spcBef>
                <a:spcPts val="600"/>
              </a:spcBef>
              <a:buFont typeface="Arial" pitchFamily="34" charset="0"/>
              <a:buChar char="-"/>
              <a:defRPr sz="1400">
                <a:solidFill>
                  <a:schemeClr val="tx1"/>
                </a:solidFill>
              </a:defRPr>
            </a:lvl5pPr>
            <a:lvl6pPr marL="871538" indent="-174625">
              <a:spcBef>
                <a:spcPts val="600"/>
              </a:spcBef>
              <a:defRPr sz="1400"/>
            </a:lvl6pPr>
            <a:lvl7pPr marL="1168400" indent="-216000">
              <a:spcBef>
                <a:spcPts val="600"/>
              </a:spcBef>
              <a:defRPr sz="1400">
                <a:solidFill>
                  <a:schemeClr val="tx1"/>
                </a:solidFill>
              </a:defRPr>
            </a:lvl7pPr>
          </a:lstStyle>
          <a:p>
            <a:pPr lvl="0"/>
            <a:r>
              <a:rPr lang="en-US" noProof="0" dirty="0"/>
              <a:t>Click to enter text</a:t>
            </a:r>
          </a:p>
        </p:txBody>
      </p:sp>
      <p:sp>
        <p:nvSpPr>
          <p:cNvPr id="12" name="Content Placeholder 2">
            <a:extLst>
              <a:ext uri="{FF2B5EF4-FFF2-40B4-BE49-F238E27FC236}">
                <a16:creationId xmlns:a16="http://schemas.microsoft.com/office/drawing/2014/main" id="{7B3F98ED-EDB1-0746-922E-070BFA3CA393}"/>
              </a:ext>
            </a:extLst>
          </p:cNvPr>
          <p:cNvSpPr>
            <a:spLocks noGrp="1"/>
          </p:cNvSpPr>
          <p:nvPr>
            <p:ph idx="23" hasCustomPrompt="1"/>
          </p:nvPr>
        </p:nvSpPr>
        <p:spPr>
          <a:xfrm>
            <a:off x="8401049" y="1541789"/>
            <a:ext cx="3024189" cy="355552"/>
          </a:xfrm>
          <a:prstGeom prst="rect">
            <a:avLst/>
          </a:prstGeom>
          <a:gradFill>
            <a:gsLst>
              <a:gs pos="0">
                <a:schemeClr val="accent2"/>
              </a:gs>
              <a:gs pos="66000">
                <a:schemeClr val="accent1"/>
              </a:gs>
              <a:gs pos="33000">
                <a:srgbClr val="FF6A00"/>
              </a:gs>
              <a:gs pos="100000">
                <a:schemeClr val="tx2"/>
              </a:gs>
            </a:gsLst>
            <a:lin ang="12000000" scaled="0"/>
          </a:gradFill>
        </p:spPr>
        <p:txBody>
          <a:bodyPr lIns="122400" tIns="61200" rIns="122400" bIns="61200">
            <a:noAutofit/>
          </a:bodyPr>
          <a:lstStyle>
            <a:lvl1pPr marL="0" indent="0">
              <a:spcBef>
                <a:spcPts val="600"/>
              </a:spcBef>
              <a:buSzPct val="120000"/>
              <a:buFont typeface="Arial" pitchFamily="34" charset="0"/>
              <a:buNone/>
              <a:defRPr sz="1600" b="0" baseline="0">
                <a:solidFill>
                  <a:schemeClr val="bg1"/>
                </a:solidFill>
                <a:latin typeface="Arial" pitchFamily="34" charset="0"/>
              </a:defRPr>
            </a:lvl1pPr>
            <a:lvl2pPr marL="273050" indent="-265113">
              <a:spcBef>
                <a:spcPts val="600"/>
              </a:spcBef>
              <a:buClr>
                <a:schemeClr val="tx2"/>
              </a:buClr>
              <a:buSzPct val="120000"/>
              <a:buFont typeface="Verdana" pitchFamily="34" charset="0"/>
              <a:buChar char="•"/>
              <a:defRPr sz="1600">
                <a:solidFill>
                  <a:schemeClr val="tx1"/>
                </a:solidFill>
              </a:defRPr>
            </a:lvl2pPr>
            <a:lvl3pPr marL="631825" indent="-216000">
              <a:spcBef>
                <a:spcPts val="600"/>
              </a:spcBef>
              <a:buFont typeface="Verdana" pitchFamily="34" charset="0"/>
              <a:buChar char="−"/>
              <a:tabLst/>
              <a:defRPr sz="1600">
                <a:solidFill>
                  <a:schemeClr val="tx1"/>
                </a:solidFill>
              </a:defRPr>
            </a:lvl3pPr>
            <a:lvl4pPr marL="804863" indent="-216000">
              <a:spcBef>
                <a:spcPts val="600"/>
              </a:spcBef>
              <a:buFont typeface="Verdana" pitchFamily="34" charset="0"/>
              <a:buChar char="−"/>
              <a:defRPr sz="1400">
                <a:solidFill>
                  <a:schemeClr val="tx1"/>
                </a:solidFill>
              </a:defRPr>
            </a:lvl4pPr>
            <a:lvl5pPr marL="977900" indent="-216000">
              <a:spcBef>
                <a:spcPts val="600"/>
              </a:spcBef>
              <a:buFont typeface="Arial" pitchFamily="34" charset="0"/>
              <a:buChar char="-"/>
              <a:defRPr sz="1400">
                <a:solidFill>
                  <a:schemeClr val="tx1"/>
                </a:solidFill>
              </a:defRPr>
            </a:lvl5pPr>
            <a:lvl6pPr marL="871538" indent="-174625">
              <a:spcBef>
                <a:spcPts val="600"/>
              </a:spcBef>
              <a:defRPr sz="1400"/>
            </a:lvl6pPr>
            <a:lvl7pPr marL="1168400" indent="-216000">
              <a:spcBef>
                <a:spcPts val="600"/>
              </a:spcBef>
              <a:defRPr sz="1400">
                <a:solidFill>
                  <a:schemeClr val="tx1"/>
                </a:solidFill>
              </a:defRPr>
            </a:lvl7pPr>
          </a:lstStyle>
          <a:p>
            <a:pPr lvl="0"/>
            <a:r>
              <a:rPr lang="en-US" noProof="0" dirty="0"/>
              <a:t>Click to enter text</a:t>
            </a:r>
          </a:p>
        </p:txBody>
      </p:sp>
      <p:cxnSp>
        <p:nvCxnSpPr>
          <p:cNvPr id="13" name="Straight Connector 12">
            <a:extLst>
              <a:ext uri="{FF2B5EF4-FFF2-40B4-BE49-F238E27FC236}">
                <a16:creationId xmlns:a16="http://schemas.microsoft.com/office/drawing/2014/main" id="{3AE45457-E95A-C34E-B64B-96FA51745FDE}"/>
              </a:ext>
            </a:extLst>
          </p:cNvPr>
          <p:cNvCxnSpPr>
            <a:cxnSpLocks/>
          </p:cNvCxnSpPr>
          <p:nvPr userDrawn="1"/>
        </p:nvCxnSpPr>
        <p:spPr bwMode="gray">
          <a:xfrm>
            <a:off x="770515" y="1543377"/>
            <a:ext cx="0" cy="3977818"/>
          </a:xfrm>
          <a:prstGeom prst="line">
            <a:avLst/>
          </a:prstGeom>
          <a:noFill/>
          <a:ln w="19050">
            <a:solidFill>
              <a:schemeClr val="accent6"/>
            </a:solidFill>
            <a:round/>
            <a:headEnd/>
            <a:tailEnd/>
          </a:ln>
          <a:effectLst/>
        </p:spPr>
      </p:cxnSp>
      <p:sp>
        <p:nvSpPr>
          <p:cNvPr id="19" name="TextBox 18">
            <a:extLst>
              <a:ext uri="{FF2B5EF4-FFF2-40B4-BE49-F238E27FC236}">
                <a16:creationId xmlns:a16="http://schemas.microsoft.com/office/drawing/2014/main" id="{128F13C5-CF61-4A4C-8183-EEC7441F9C66}"/>
              </a:ext>
            </a:extLst>
          </p:cNvPr>
          <p:cNvSpPr txBox="1"/>
          <p:nvPr userDrawn="1"/>
        </p:nvSpPr>
        <p:spPr>
          <a:xfrm>
            <a:off x="5320145" y="1025236"/>
            <a:ext cx="0" cy="0"/>
          </a:xfrm>
          <a:prstGeom prst="rect">
            <a:avLst/>
          </a:prstGeom>
        </p:spPr>
        <p:txBody>
          <a:bodyPr vert="horz" wrap="none" lIns="0" tIns="0" rIns="0" bIns="0" rtlCol="0" anchor="t" anchorCtr="0">
            <a:noAutofit/>
          </a:bodyPr>
          <a:lstStyle/>
          <a:p>
            <a:pPr algn="l"/>
            <a:endParaRPr lang="en-CA" dirty="0"/>
          </a:p>
        </p:txBody>
      </p:sp>
    </p:spTree>
    <p:extLst>
      <p:ext uri="{BB962C8B-B14F-4D97-AF65-F5344CB8AC3E}">
        <p14:creationId xmlns:p14="http://schemas.microsoft.com/office/powerpoint/2010/main" val="290661920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Graphic device and big title">
    <p:spTree>
      <p:nvGrpSpPr>
        <p:cNvPr id="1" name=""/>
        <p:cNvGrpSpPr/>
        <p:nvPr/>
      </p:nvGrpSpPr>
      <p:grpSpPr>
        <a:xfrm>
          <a:off x="0" y="0"/>
          <a:ext cx="0" cy="0"/>
          <a:chOff x="0" y="0"/>
          <a:chExt cx="0" cy="0"/>
        </a:xfrm>
      </p:grpSpPr>
      <p:sp>
        <p:nvSpPr>
          <p:cNvPr id="15" name="Title Placeholder 1">
            <a:extLst>
              <a:ext uri="{FF2B5EF4-FFF2-40B4-BE49-F238E27FC236}">
                <a16:creationId xmlns:a16="http://schemas.microsoft.com/office/drawing/2014/main" id="{F7349B97-C28F-3B44-B284-12F2C2ABD73C}"/>
              </a:ext>
            </a:extLst>
          </p:cNvPr>
          <p:cNvSpPr>
            <a:spLocks noGrp="1"/>
          </p:cNvSpPr>
          <p:nvPr>
            <p:ph type="title" hasCustomPrompt="1"/>
          </p:nvPr>
        </p:nvSpPr>
        <p:spPr>
          <a:xfrm>
            <a:off x="760278" y="615621"/>
            <a:ext cx="4573587" cy="2494717"/>
          </a:xfrm>
          <a:prstGeom prst="rect">
            <a:avLst/>
          </a:prstGeom>
        </p:spPr>
        <p:txBody>
          <a:bodyPr vert="horz" lIns="0" tIns="0" rIns="0" bIns="0" rtlCol="0" anchor="t" anchorCtr="0">
            <a:noAutofit/>
          </a:bodyPr>
          <a:lstStyle>
            <a:lvl1pPr>
              <a:defRPr sz="4800"/>
            </a:lvl1pPr>
          </a:lstStyle>
          <a:p>
            <a:r>
              <a:rPr lang="en-CA" noProof="0" dirty="0"/>
              <a:t>Title</a:t>
            </a:r>
          </a:p>
        </p:txBody>
      </p:sp>
      <p:sp>
        <p:nvSpPr>
          <p:cNvPr id="8" name="Slide Number Placeholder 5">
            <a:extLst>
              <a:ext uri="{FF2B5EF4-FFF2-40B4-BE49-F238E27FC236}">
                <a16:creationId xmlns:a16="http://schemas.microsoft.com/office/drawing/2014/main" id="{6EAD3CFF-35F0-EE42-99CF-7B91F8844AF8}"/>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dirty="0" smtClean="0">
                <a:solidFill>
                  <a:schemeClr val="tx1"/>
                </a:solidFill>
                <a:latin typeface="+mn-lt"/>
                <a:ea typeface="+mn-ea"/>
                <a:cs typeface="Arial" pitchFamily="34" charset="0"/>
              </a:defRPr>
            </a:lvl1pPr>
          </a:lstStyle>
          <a:p>
            <a:fld id="{525A3C56-E491-49B2-93F3-63532DF516BC}" type="slidenum">
              <a:rPr lang="en-CA" smtClean="0"/>
              <a:pPr/>
              <a:t>‹#›</a:t>
            </a:fld>
            <a:endParaRPr lang="en-CA" dirty="0"/>
          </a:p>
        </p:txBody>
      </p:sp>
      <p:sp>
        <p:nvSpPr>
          <p:cNvPr id="6" name="Espace réservé pour une image  8">
            <a:extLst>
              <a:ext uri="{FF2B5EF4-FFF2-40B4-BE49-F238E27FC236}">
                <a16:creationId xmlns:a16="http://schemas.microsoft.com/office/drawing/2014/main" id="{C4B7093F-77F3-3449-9E60-BC70230FC0A3}"/>
              </a:ext>
            </a:extLst>
          </p:cNvPr>
          <p:cNvSpPr>
            <a:spLocks noGrp="1" noChangeAspect="1"/>
          </p:cNvSpPr>
          <p:nvPr>
            <p:ph type="pic" sz="quarter" idx="15" hasCustomPrompt="1"/>
          </p:nvPr>
        </p:nvSpPr>
        <p:spPr>
          <a:xfrm>
            <a:off x="6111917" y="770881"/>
            <a:ext cx="5321943" cy="5321944"/>
          </a:xfrm>
          <a:custGeom>
            <a:avLst/>
            <a:gdLst>
              <a:gd name="connsiteX0" fmla="*/ 0 w 6003155"/>
              <a:gd name="connsiteY0" fmla="*/ 0 h 6003156"/>
              <a:gd name="connsiteX1" fmla="*/ 6003155 w 6003155"/>
              <a:gd name="connsiteY1" fmla="*/ 0 h 6003156"/>
              <a:gd name="connsiteX2" fmla="*/ 6003155 w 6003155"/>
              <a:gd name="connsiteY2" fmla="*/ 1 h 6003156"/>
              <a:gd name="connsiteX3" fmla="*/ 6003155 w 6003155"/>
              <a:gd name="connsiteY3" fmla="*/ 2404742 h 6003156"/>
              <a:gd name="connsiteX4" fmla="*/ 6003155 w 6003155"/>
              <a:gd name="connsiteY4" fmla="*/ 6003156 h 6003156"/>
              <a:gd name="connsiteX5" fmla="*/ 3598413 w 6003155"/>
              <a:gd name="connsiteY5" fmla="*/ 6003156 h 6003156"/>
              <a:gd name="connsiteX6" fmla="*/ 3598413 w 6003155"/>
              <a:gd name="connsiteY6" fmla="*/ 2404742 h 6003156"/>
              <a:gd name="connsiteX7" fmla="*/ 0 w 6003155"/>
              <a:gd name="connsiteY7" fmla="*/ 2404742 h 6003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3155" h="6003156">
                <a:moveTo>
                  <a:pt x="0" y="0"/>
                </a:moveTo>
                <a:lnTo>
                  <a:pt x="6003155" y="0"/>
                </a:lnTo>
                <a:lnTo>
                  <a:pt x="6003155" y="1"/>
                </a:lnTo>
                <a:lnTo>
                  <a:pt x="6003155" y="2404742"/>
                </a:lnTo>
                <a:lnTo>
                  <a:pt x="6003155" y="6003156"/>
                </a:lnTo>
                <a:lnTo>
                  <a:pt x="3598413" y="6003156"/>
                </a:lnTo>
                <a:lnTo>
                  <a:pt x="3598413" y="2404742"/>
                </a:lnTo>
                <a:lnTo>
                  <a:pt x="0" y="2404742"/>
                </a:lnTo>
                <a:close/>
              </a:path>
            </a:pathLst>
          </a:custGeom>
        </p:spPr>
        <p:txBody>
          <a:bodyPr wrap="square">
            <a:noAutofit/>
          </a:bodyPr>
          <a:lstStyle>
            <a:lvl1pPr marL="0" indent="0">
              <a:buNone/>
              <a:defRPr sz="1800"/>
            </a:lvl1pPr>
          </a:lstStyle>
          <a:p>
            <a:r>
              <a:rPr lang="en-CA" sz="1800" dirty="0">
                <a:cs typeface="Arial" pitchFamily="34" charset="0"/>
              </a:rPr>
              <a:t>Click on the Image icon to change with a new picture located on your computer</a:t>
            </a:r>
            <a:endParaRPr lang="fr-FR" dirty="0"/>
          </a:p>
        </p:txBody>
      </p:sp>
      <p:sp>
        <p:nvSpPr>
          <p:cNvPr id="10" name="Content Placeholder 20">
            <a:extLst>
              <a:ext uri="{FF2B5EF4-FFF2-40B4-BE49-F238E27FC236}">
                <a16:creationId xmlns:a16="http://schemas.microsoft.com/office/drawing/2014/main" id="{724BBC96-0D1F-2C4D-B3B5-A7EE6A8D87D1}"/>
              </a:ext>
            </a:extLst>
          </p:cNvPr>
          <p:cNvSpPr>
            <a:spLocks noGrp="1"/>
          </p:cNvSpPr>
          <p:nvPr>
            <p:ph sz="quarter" idx="18"/>
          </p:nvPr>
        </p:nvSpPr>
        <p:spPr>
          <a:xfrm>
            <a:off x="766763" y="3429000"/>
            <a:ext cx="4573587" cy="2663825"/>
          </a:xfrm>
          <a:prstGeom prst="rect">
            <a:avLst/>
          </a:prstGeom>
        </p:spPr>
        <p:txBody>
          <a:bodyPr lIns="0" tIns="0" rIns="0" bIns="0">
            <a:noAutofit/>
          </a:bodyPr>
          <a:lstStyle>
            <a:lvl1pPr marL="0" indent="0">
              <a:spcBef>
                <a:spcPts val="0"/>
              </a:spcBef>
              <a:buClrTx/>
              <a:buSzPct val="100000"/>
              <a:buFont typeface="Arial" panose="020B0604020202020204" pitchFamily="34" charset="0"/>
              <a:buNone/>
              <a:defRPr sz="2000">
                <a:solidFill>
                  <a:schemeClr val="tx1"/>
                </a:solidFill>
                <a:latin typeface="Arial" pitchFamily="34" charset="0"/>
              </a:defRPr>
            </a:lvl1pPr>
            <a:lvl2pPr marL="263525" indent="-263525">
              <a:spcBef>
                <a:spcPts val="500"/>
              </a:spcBef>
              <a:buClrTx/>
              <a:buSzPct val="100000"/>
              <a:buFont typeface="Arial" pitchFamily="34" charset="0"/>
              <a:buChar char="•"/>
              <a:defRPr sz="2000" baseline="0">
                <a:solidFill>
                  <a:schemeClr val="tx1"/>
                </a:solidFill>
                <a:latin typeface="Arial" pitchFamily="34" charset="0"/>
              </a:defRPr>
            </a:lvl2pPr>
            <a:lvl3pPr marL="536575" indent="-273050">
              <a:spcBef>
                <a:spcPts val="500"/>
              </a:spcBef>
              <a:buClrTx/>
              <a:buSzPct val="100000"/>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Pct val="100000"/>
              <a:buFont typeface="Wingdings" panose="05000000000000000000" pitchFamily="2" charset="2"/>
              <a:buChar char="§"/>
              <a:defRPr sz="1600">
                <a:solidFill>
                  <a:schemeClr val="tx1"/>
                </a:solidFill>
                <a:latin typeface="Arial" pitchFamily="34" charset="0"/>
              </a:defRPr>
            </a:lvl4pPr>
            <a:lvl5pPr marL="1074738" indent="-263525">
              <a:spcBef>
                <a:spcPts val="500"/>
              </a:spcBef>
              <a:buClrTx/>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65506817"/>
      </p:ext>
    </p:extLst>
  </p:cSld>
  <p:clrMapOvr>
    <a:masterClrMapping/>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Graphic device and big text">
    <p:spTree>
      <p:nvGrpSpPr>
        <p:cNvPr id="1" name=""/>
        <p:cNvGrpSpPr/>
        <p:nvPr/>
      </p:nvGrpSpPr>
      <p:grpSpPr>
        <a:xfrm>
          <a:off x="0" y="0"/>
          <a:ext cx="0" cy="0"/>
          <a:chOff x="0" y="0"/>
          <a:chExt cx="0" cy="0"/>
        </a:xfrm>
      </p:grpSpPr>
      <p:sp>
        <p:nvSpPr>
          <p:cNvPr id="9" name="Rectangle 8"/>
          <p:cNvSpPr/>
          <p:nvPr userDrawn="1"/>
        </p:nvSpPr>
        <p:spPr bwMode="gray">
          <a:xfrm>
            <a:off x="462707" y="6491436"/>
            <a:ext cx="9721080" cy="216024"/>
          </a:xfrm>
          <a:prstGeom prst="rect">
            <a:avLst/>
          </a:prstGeom>
          <a:solidFill>
            <a:schemeClr val="bg1"/>
          </a:solidFill>
          <a:ln w="9525" algn="ctr">
            <a:noFill/>
            <a:miter lim="800000"/>
            <a:headEnd/>
            <a:tailEnd/>
          </a:ln>
          <a:effectLst/>
        </p:spPr>
        <p:txBody>
          <a:bodyPr lIns="63500" tIns="0" rIns="64800" bIns="0" rtlCol="0" anchor="ctr">
            <a:noAutofit/>
          </a:bodyPr>
          <a:lstStyle/>
          <a:p>
            <a:pPr algn="ctr">
              <a:spcBef>
                <a:spcPct val="0"/>
              </a:spcBef>
              <a:buClrTx/>
              <a:buSzPct val="90000"/>
            </a:pPr>
            <a:endParaRPr lang="en-CA" sz="1600" b="1" dirty="0">
              <a:solidFill>
                <a:schemeClr val="bg1"/>
              </a:solidFill>
              <a:cs typeface="Arial" pitchFamily="34" charset="0"/>
            </a:endParaRPr>
          </a:p>
        </p:txBody>
      </p:sp>
      <p:sp>
        <p:nvSpPr>
          <p:cNvPr id="11" name="Freeform 6">
            <a:extLst>
              <a:ext uri="{FF2B5EF4-FFF2-40B4-BE49-F238E27FC236}">
                <a16:creationId xmlns:a16="http://schemas.microsoft.com/office/drawing/2014/main" id="{E92206DE-17C9-E04C-89B5-21C279EE24F8}"/>
              </a:ext>
            </a:extLst>
          </p:cNvPr>
          <p:cNvSpPr>
            <a:spLocks/>
          </p:cNvSpPr>
          <p:nvPr userDrawn="1"/>
        </p:nvSpPr>
        <p:spPr bwMode="auto">
          <a:xfrm rot="16200000" flipH="1">
            <a:off x="7632850" y="776137"/>
            <a:ext cx="3803349" cy="3781425"/>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a:gsLst>
              <a:gs pos="100000">
                <a:srgbClr val="991F3D"/>
              </a:gs>
              <a:gs pos="66000">
                <a:srgbClr val="E31937"/>
              </a:gs>
              <a:gs pos="33000">
                <a:srgbClr val="FF6A00"/>
              </a:gs>
              <a:gs pos="0">
                <a:srgbClr val="FFCDD2"/>
              </a:gs>
            </a:gsLst>
            <a:lin ang="0" scaled="0"/>
          </a:gradFill>
          <a:ln w="9525" algn="ctr">
            <a:noFill/>
            <a:miter lim="800000"/>
            <a:headEnd/>
            <a:tailEnd/>
          </a:ln>
          <a:effectLst/>
        </p:spPr>
        <p:txBody>
          <a:bodyPr lIns="63500" tIns="0" rIns="64800" bIns="0" rtlCol="0" anchor="ctr">
            <a:noAutofit/>
          </a:bodyPr>
          <a:lstStyle/>
          <a:p>
            <a:pPr lvl="0" algn="ctr">
              <a:spcBef>
                <a:spcPct val="0"/>
              </a:spcBef>
              <a:buClrTx/>
              <a:buSzPct val="90000"/>
            </a:pPr>
            <a:endParaRPr lang="en-CA" sz="1600" b="1" dirty="0">
              <a:solidFill>
                <a:schemeClr val="bg1"/>
              </a:solidFill>
              <a:cs typeface="Arial" pitchFamily="34" charset="0"/>
            </a:endParaRPr>
          </a:p>
        </p:txBody>
      </p:sp>
      <p:sp>
        <p:nvSpPr>
          <p:cNvPr id="12" name="Espace réservé du texte 2">
            <a:extLst>
              <a:ext uri="{FF2B5EF4-FFF2-40B4-BE49-F238E27FC236}">
                <a16:creationId xmlns:a16="http://schemas.microsoft.com/office/drawing/2014/main" id="{D3042FBB-DA17-F44B-831D-42583634A8FE}"/>
              </a:ext>
            </a:extLst>
          </p:cNvPr>
          <p:cNvSpPr>
            <a:spLocks noGrp="1"/>
          </p:cNvSpPr>
          <p:nvPr>
            <p:ph type="body" sz="quarter" idx="10" hasCustomPrompt="1"/>
          </p:nvPr>
        </p:nvSpPr>
        <p:spPr>
          <a:xfrm>
            <a:off x="766800" y="578900"/>
            <a:ext cx="6130753" cy="2858812"/>
          </a:xfrm>
          <a:prstGeom prst="rect">
            <a:avLst/>
          </a:prstGeom>
        </p:spPr>
        <p:txBody>
          <a:bodyPr lIns="0" tIns="0" rIns="0" bIns="0">
            <a:noAutofit/>
          </a:bodyPr>
          <a:lstStyle>
            <a:lvl1pPr marL="0" indent="0">
              <a:lnSpc>
                <a:spcPct val="100000"/>
              </a:lnSpc>
              <a:spcBef>
                <a:spcPts val="0"/>
              </a:spcBef>
              <a:buNone/>
              <a:defRPr sz="6000">
                <a:solidFill>
                  <a:schemeClr val="tx1"/>
                </a:solidFill>
              </a:defRPr>
            </a:lvl1pPr>
          </a:lstStyle>
          <a:p>
            <a:pPr lvl="0"/>
            <a:r>
              <a:rPr lang="en-CA" dirty="0"/>
              <a:t>Title</a:t>
            </a:r>
          </a:p>
        </p:txBody>
      </p:sp>
      <p:sp>
        <p:nvSpPr>
          <p:cNvPr id="4" name="ZoneTexte 3">
            <a:extLst>
              <a:ext uri="{FF2B5EF4-FFF2-40B4-BE49-F238E27FC236}">
                <a16:creationId xmlns:a16="http://schemas.microsoft.com/office/drawing/2014/main" id="{5C837B84-BCBE-CE4F-AAD6-DC4A6359EA7D}"/>
              </a:ext>
            </a:extLst>
          </p:cNvPr>
          <p:cNvSpPr txBox="1"/>
          <p:nvPr userDrawn="1"/>
        </p:nvSpPr>
        <p:spPr bwMode="auto">
          <a:xfrm>
            <a:off x="766763" y="5916651"/>
            <a:ext cx="975360" cy="215444"/>
          </a:xfrm>
          <a:prstGeom prst="rect">
            <a:avLst/>
          </a:prstGeom>
          <a:solidFill>
            <a:schemeClr val="bg1"/>
          </a:solidFill>
          <a:ln w="9525" algn="ctr">
            <a:noFill/>
            <a:miter lim="800000"/>
            <a:headEnd/>
            <a:tailEnd/>
          </a:ln>
          <a:effectLst/>
        </p:spPr>
        <p:txBody>
          <a:bodyPr wrap="square" lIns="0" tIns="0" rIns="0" bIns="0" rtlCol="0">
            <a:noAutofit/>
          </a:bodyPr>
          <a:lstStyle/>
          <a:p>
            <a:r>
              <a:rPr lang="en-CA" sz="1400" b="1" dirty="0">
                <a:cs typeface="Arial" pitchFamily="34" charset="0"/>
              </a:rPr>
              <a:t>cgi.com</a:t>
            </a:r>
          </a:p>
        </p:txBody>
      </p:sp>
      <p:sp>
        <p:nvSpPr>
          <p:cNvPr id="7" name="ZoneTexte 6">
            <a:extLst>
              <a:ext uri="{FF2B5EF4-FFF2-40B4-BE49-F238E27FC236}">
                <a16:creationId xmlns:a16="http://schemas.microsoft.com/office/drawing/2014/main" id="{CDA1E445-A6EB-ED42-914D-6C8866FA7691}"/>
              </a:ext>
            </a:extLst>
          </p:cNvPr>
          <p:cNvSpPr txBox="1"/>
          <p:nvPr userDrawn="1"/>
        </p:nvSpPr>
        <p:spPr>
          <a:xfrm>
            <a:off x="766763" y="3700463"/>
            <a:ext cx="6234112" cy="2014537"/>
          </a:xfrm>
          <a:prstGeom prst="rect">
            <a:avLst/>
          </a:prstGeom>
        </p:spPr>
        <p:txBody>
          <a:bodyPr vert="horz" wrap="square" lIns="0" tIns="0" rIns="0" bIns="0" rtlCol="0" anchor="t" anchorCtr="0">
            <a:noAutofit/>
          </a:bodyPr>
          <a:lstStyle/>
          <a:p>
            <a:endParaRPr lang="fr-CA" dirty="0">
              <a:effectLst/>
              <a:highlight>
                <a:srgbClr val="FFFF00"/>
              </a:highlight>
            </a:endParaRPr>
          </a:p>
        </p:txBody>
      </p:sp>
      <p:sp>
        <p:nvSpPr>
          <p:cNvPr id="3" name="Espace réservé du texte 2">
            <a:extLst>
              <a:ext uri="{FF2B5EF4-FFF2-40B4-BE49-F238E27FC236}">
                <a16:creationId xmlns:a16="http://schemas.microsoft.com/office/drawing/2014/main" id="{8EB73EB6-4721-DF40-89DE-28F0838BEABA}"/>
              </a:ext>
            </a:extLst>
          </p:cNvPr>
          <p:cNvSpPr>
            <a:spLocks noGrp="1"/>
          </p:cNvSpPr>
          <p:nvPr>
            <p:ph type="body" sz="quarter" idx="11" hasCustomPrompt="1"/>
          </p:nvPr>
        </p:nvSpPr>
        <p:spPr>
          <a:xfrm>
            <a:off x="766763" y="3727452"/>
            <a:ext cx="6121400" cy="2016123"/>
          </a:xfrm>
          <a:prstGeom prst="rect">
            <a:avLst/>
          </a:prstGeom>
        </p:spPr>
        <p:txBody>
          <a:bodyPr lIns="0" tIns="0" rIns="0" bIns="0">
            <a:noAutofit/>
          </a:bodyPr>
          <a:lstStyle>
            <a:lvl1pPr marL="0" indent="0">
              <a:spcBef>
                <a:spcPts val="0"/>
              </a:spcBef>
              <a:buNone/>
              <a:defRPr sz="1600"/>
            </a:lvl1pPr>
          </a:lstStyle>
          <a:p>
            <a:pPr lvl="0"/>
            <a:r>
              <a:rPr lang="en-US" noProof="0" dirty="0"/>
              <a:t>To get the latest company description, visit brand.cgi.com </a:t>
            </a:r>
          </a:p>
        </p:txBody>
      </p:sp>
      <p:pic>
        <p:nvPicPr>
          <p:cNvPr id="13" name="Image 12">
            <a:extLst>
              <a:ext uri="{FF2B5EF4-FFF2-40B4-BE49-F238E27FC236}">
                <a16:creationId xmlns:a16="http://schemas.microsoft.com/office/drawing/2014/main" id="{4DB3BEC6-2C70-CA49-ACB5-5388FDDE5F7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893300" y="5372174"/>
            <a:ext cx="1549400" cy="720651"/>
          </a:xfrm>
          <a:prstGeom prst="rect">
            <a:avLst/>
          </a:prstGeom>
        </p:spPr>
      </p:pic>
    </p:spTree>
    <p:extLst>
      <p:ext uri="{BB962C8B-B14F-4D97-AF65-F5344CB8AC3E}">
        <p14:creationId xmlns:p14="http://schemas.microsoft.com/office/powerpoint/2010/main" val="37859825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Graphic device and small text">
    <p:spTree>
      <p:nvGrpSpPr>
        <p:cNvPr id="1" name=""/>
        <p:cNvGrpSpPr/>
        <p:nvPr/>
      </p:nvGrpSpPr>
      <p:grpSpPr>
        <a:xfrm>
          <a:off x="0" y="0"/>
          <a:ext cx="0" cy="0"/>
          <a:chOff x="0" y="0"/>
          <a:chExt cx="0" cy="0"/>
        </a:xfrm>
      </p:grpSpPr>
      <p:sp>
        <p:nvSpPr>
          <p:cNvPr id="9" name="Rectangle 8"/>
          <p:cNvSpPr/>
          <p:nvPr userDrawn="1"/>
        </p:nvSpPr>
        <p:spPr bwMode="gray">
          <a:xfrm>
            <a:off x="462707" y="6491436"/>
            <a:ext cx="9721080" cy="216024"/>
          </a:xfrm>
          <a:prstGeom prst="rect">
            <a:avLst/>
          </a:prstGeom>
          <a:solidFill>
            <a:schemeClr val="bg1"/>
          </a:solidFill>
          <a:ln w="9525" algn="ctr">
            <a:noFill/>
            <a:miter lim="800000"/>
            <a:headEnd/>
            <a:tailEnd/>
          </a:ln>
          <a:effectLst/>
        </p:spPr>
        <p:txBody>
          <a:bodyPr lIns="63500" tIns="0" rIns="64800" bIns="0" rtlCol="0" anchor="ctr">
            <a:noAutofit/>
          </a:bodyPr>
          <a:lstStyle/>
          <a:p>
            <a:pPr algn="ctr">
              <a:spcBef>
                <a:spcPct val="0"/>
              </a:spcBef>
              <a:buClrTx/>
              <a:buSzPct val="90000"/>
            </a:pPr>
            <a:endParaRPr lang="en-CA" sz="1600" b="1" dirty="0">
              <a:solidFill>
                <a:schemeClr val="bg1"/>
              </a:solidFill>
              <a:cs typeface="Arial" pitchFamily="34" charset="0"/>
            </a:endParaRPr>
          </a:p>
        </p:txBody>
      </p:sp>
      <p:sp>
        <p:nvSpPr>
          <p:cNvPr id="11" name="Freeform 6">
            <a:extLst>
              <a:ext uri="{FF2B5EF4-FFF2-40B4-BE49-F238E27FC236}">
                <a16:creationId xmlns:a16="http://schemas.microsoft.com/office/drawing/2014/main" id="{E92206DE-17C9-E04C-89B5-21C279EE24F8}"/>
              </a:ext>
            </a:extLst>
          </p:cNvPr>
          <p:cNvSpPr>
            <a:spLocks/>
          </p:cNvSpPr>
          <p:nvPr userDrawn="1"/>
        </p:nvSpPr>
        <p:spPr bwMode="auto">
          <a:xfrm rot="16200000" flipH="1">
            <a:off x="8417520" y="773869"/>
            <a:ext cx="3016411" cy="2999023"/>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flip="none" rotWithShape="1">
            <a:gsLst>
              <a:gs pos="60000">
                <a:srgbClr val="A82465"/>
              </a:gs>
              <a:gs pos="0">
                <a:srgbClr val="E31937"/>
              </a:gs>
              <a:gs pos="100000">
                <a:srgbClr val="5236AB"/>
              </a:gs>
            </a:gsLst>
            <a:lin ang="0" scaled="0"/>
            <a:tileRect/>
          </a:gradFill>
          <a:ln w="9525" algn="ctr">
            <a:noFill/>
            <a:miter lim="800000"/>
            <a:headEnd/>
            <a:tailEnd/>
          </a:ln>
          <a:effectLst/>
        </p:spPr>
        <p:txBody>
          <a:bodyPr lIns="63500" tIns="0" rIns="64800" bIns="0" rtlCol="0" anchor="ctr">
            <a:noAutofit/>
          </a:bodyPr>
          <a:lstStyle/>
          <a:p>
            <a:pPr lvl="0" algn="ctr">
              <a:spcBef>
                <a:spcPct val="0"/>
              </a:spcBef>
              <a:buClrTx/>
              <a:buSzPct val="90000"/>
            </a:pPr>
            <a:endParaRPr lang="en-CA" sz="1600" b="1" dirty="0">
              <a:solidFill>
                <a:schemeClr val="bg1"/>
              </a:solidFill>
              <a:cs typeface="Arial" pitchFamily="34" charset="0"/>
            </a:endParaRPr>
          </a:p>
        </p:txBody>
      </p:sp>
      <p:sp>
        <p:nvSpPr>
          <p:cNvPr id="7" name="Slide Number Placeholder 5">
            <a:extLst>
              <a:ext uri="{FF2B5EF4-FFF2-40B4-BE49-F238E27FC236}">
                <a16:creationId xmlns:a16="http://schemas.microsoft.com/office/drawing/2014/main" id="{C474D8A0-16FB-2542-B1F3-7CA2D1291518}"/>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dirty="0" smtClean="0">
                <a:solidFill>
                  <a:schemeClr val="tx1"/>
                </a:solidFill>
                <a:latin typeface="+mn-lt"/>
                <a:ea typeface="+mn-ea"/>
                <a:cs typeface="Arial" pitchFamily="34" charset="0"/>
              </a:defRPr>
            </a:lvl1pPr>
          </a:lstStyle>
          <a:p>
            <a:fld id="{525A3C56-E491-49B2-93F3-63532DF516BC}" type="slidenum">
              <a:rPr lang="en-CA" smtClean="0"/>
              <a:pPr/>
              <a:t>‹#›</a:t>
            </a:fld>
            <a:endParaRPr lang="en-CA" dirty="0"/>
          </a:p>
        </p:txBody>
      </p:sp>
      <p:sp>
        <p:nvSpPr>
          <p:cNvPr id="12" name="Titre 1">
            <a:extLst>
              <a:ext uri="{FF2B5EF4-FFF2-40B4-BE49-F238E27FC236}">
                <a16:creationId xmlns:a16="http://schemas.microsoft.com/office/drawing/2014/main" id="{4B0EAFBC-1A30-3845-B3FB-9DDCB8086A8B}"/>
              </a:ext>
            </a:extLst>
          </p:cNvPr>
          <p:cNvSpPr>
            <a:spLocks noGrp="1"/>
          </p:cNvSpPr>
          <p:nvPr>
            <p:ph type="title" hasCustomPrompt="1"/>
          </p:nvPr>
        </p:nvSpPr>
        <p:spPr>
          <a:xfrm>
            <a:off x="765737" y="683246"/>
            <a:ext cx="6108399" cy="531097"/>
          </a:xfrm>
        </p:spPr>
        <p:txBody>
          <a:bodyPr>
            <a:noAutofit/>
          </a:bodyPr>
          <a:lstStyle>
            <a:lvl1pPr>
              <a:defRPr sz="2800">
                <a:solidFill>
                  <a:schemeClr val="tx1"/>
                </a:solidFill>
              </a:defRPr>
            </a:lvl1pPr>
          </a:lstStyle>
          <a:p>
            <a:r>
              <a:rPr lang="en-CA" dirty="0"/>
              <a:t>Title</a:t>
            </a:r>
          </a:p>
        </p:txBody>
      </p:sp>
      <p:sp>
        <p:nvSpPr>
          <p:cNvPr id="13" name="Content Placeholder 20">
            <a:extLst>
              <a:ext uri="{FF2B5EF4-FFF2-40B4-BE49-F238E27FC236}">
                <a16:creationId xmlns:a16="http://schemas.microsoft.com/office/drawing/2014/main" id="{724BBC96-0D1F-2C4D-B3B5-A7EE6A8D87D1}"/>
              </a:ext>
            </a:extLst>
          </p:cNvPr>
          <p:cNvSpPr>
            <a:spLocks noGrp="1"/>
          </p:cNvSpPr>
          <p:nvPr>
            <p:ph sz="quarter" idx="18"/>
          </p:nvPr>
        </p:nvSpPr>
        <p:spPr>
          <a:xfrm>
            <a:off x="766763" y="1704110"/>
            <a:ext cx="6107373" cy="4123253"/>
          </a:xfrm>
          <a:prstGeom prst="rect">
            <a:avLst/>
          </a:prstGeom>
        </p:spPr>
        <p:txBody>
          <a:bodyPr lIns="0" tIns="0" rIns="0" bIns="0">
            <a:noAutofit/>
          </a:bodyPr>
          <a:lstStyle>
            <a:lvl1pPr marL="0" indent="0">
              <a:spcBef>
                <a:spcPts val="0"/>
              </a:spcBef>
              <a:buClrTx/>
              <a:buSzPct val="100000"/>
              <a:buFont typeface="Arial" panose="020B0604020202020204" pitchFamily="34" charset="0"/>
              <a:buNone/>
              <a:defRPr sz="2000">
                <a:solidFill>
                  <a:schemeClr val="tx1"/>
                </a:solidFill>
                <a:latin typeface="Arial" pitchFamily="34" charset="0"/>
              </a:defRPr>
            </a:lvl1pPr>
            <a:lvl2pPr marL="263525" indent="-263525">
              <a:spcBef>
                <a:spcPts val="500"/>
              </a:spcBef>
              <a:buClrTx/>
              <a:buSzPct val="100000"/>
              <a:buFont typeface="Arial" pitchFamily="34" charset="0"/>
              <a:buChar char="•"/>
              <a:defRPr sz="2000" baseline="0">
                <a:solidFill>
                  <a:schemeClr val="tx1"/>
                </a:solidFill>
                <a:latin typeface="Arial" pitchFamily="34" charset="0"/>
              </a:defRPr>
            </a:lvl2pPr>
            <a:lvl3pPr marL="536575" indent="-273050">
              <a:spcBef>
                <a:spcPts val="500"/>
              </a:spcBef>
              <a:buClrTx/>
              <a:buSzPct val="100000"/>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Pct val="100000"/>
              <a:buFont typeface="Wingdings" panose="05000000000000000000" pitchFamily="2" charset="2"/>
              <a:buChar char="§"/>
              <a:defRPr sz="1600">
                <a:solidFill>
                  <a:schemeClr val="tx1"/>
                </a:solidFill>
                <a:latin typeface="Arial" pitchFamily="34" charset="0"/>
              </a:defRPr>
            </a:lvl4pPr>
            <a:lvl5pPr marL="1074738" indent="-263525">
              <a:spcBef>
                <a:spcPts val="500"/>
              </a:spcBef>
              <a:buClrTx/>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7972428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tact page">
    <p:spTree>
      <p:nvGrpSpPr>
        <p:cNvPr id="1" name=""/>
        <p:cNvGrpSpPr/>
        <p:nvPr/>
      </p:nvGrpSpPr>
      <p:grpSpPr>
        <a:xfrm>
          <a:off x="0" y="0"/>
          <a:ext cx="0" cy="0"/>
          <a:chOff x="0" y="0"/>
          <a:chExt cx="0" cy="0"/>
        </a:xfrm>
      </p:grpSpPr>
      <p:sp>
        <p:nvSpPr>
          <p:cNvPr id="4" name="Picture Placeholder 20">
            <a:extLst>
              <a:ext uri="{FF2B5EF4-FFF2-40B4-BE49-F238E27FC236}">
                <a16:creationId xmlns:a16="http://schemas.microsoft.com/office/drawing/2014/main" id="{CA3CDF8A-556A-3F4E-82A4-A5DA4775BE66}"/>
              </a:ext>
            </a:extLst>
          </p:cNvPr>
          <p:cNvSpPr>
            <a:spLocks noGrp="1" noChangeAspect="1"/>
          </p:cNvSpPr>
          <p:nvPr>
            <p:ph type="pic" sz="quarter" idx="14"/>
          </p:nvPr>
        </p:nvSpPr>
        <p:spPr>
          <a:xfrm>
            <a:off x="782529" y="3941366"/>
            <a:ext cx="1080647" cy="1080000"/>
          </a:xfrm>
          <a:prstGeom prst="rect">
            <a:avLst/>
          </a:prstGeom>
          <a:ln>
            <a:noFill/>
          </a:ln>
        </p:spPr>
        <p:txBody>
          <a:bodyPr lIns="0" tIns="0" rIns="0" bIns="0">
            <a:noAutofit/>
          </a:bodyPr>
          <a:lstStyle>
            <a:lvl1pPr marL="0" indent="0" algn="ctr">
              <a:buNone/>
              <a:defRPr lang="en-GB" sz="1100" kern="1200" baseline="0" noProof="0" dirty="0" smtClean="0">
                <a:solidFill>
                  <a:schemeClr val="tx1"/>
                </a:solidFill>
                <a:latin typeface="Arial" pitchFamily="34" charset="0"/>
                <a:ea typeface="+mn-ea"/>
                <a:cs typeface="+mn-cs"/>
              </a:defRPr>
            </a:lvl1pPr>
          </a:lstStyle>
          <a:p>
            <a:r>
              <a:rPr lang="en-US"/>
              <a:t>Click icon to add picture</a:t>
            </a:r>
            <a:endParaRPr lang="en-US" dirty="0"/>
          </a:p>
        </p:txBody>
      </p:sp>
      <p:sp>
        <p:nvSpPr>
          <p:cNvPr id="5" name="Picture Placeholder 20">
            <a:extLst>
              <a:ext uri="{FF2B5EF4-FFF2-40B4-BE49-F238E27FC236}">
                <a16:creationId xmlns:a16="http://schemas.microsoft.com/office/drawing/2014/main" id="{BEE923B2-3662-614C-AEC1-846B00F55FD1}"/>
              </a:ext>
            </a:extLst>
          </p:cNvPr>
          <p:cNvSpPr>
            <a:spLocks noGrp="1" noChangeAspect="1"/>
          </p:cNvSpPr>
          <p:nvPr>
            <p:ph type="pic" sz="quarter" idx="15"/>
          </p:nvPr>
        </p:nvSpPr>
        <p:spPr>
          <a:xfrm>
            <a:off x="6312001" y="3941366"/>
            <a:ext cx="1080647" cy="1080000"/>
          </a:xfrm>
          <a:prstGeom prst="rect">
            <a:avLst/>
          </a:prstGeom>
          <a:ln>
            <a:noFill/>
          </a:ln>
        </p:spPr>
        <p:txBody>
          <a:bodyPr lIns="0" tIns="0" rIns="0" bIns="0">
            <a:noAutofit/>
          </a:bodyPr>
          <a:lstStyle>
            <a:lvl1pPr marL="0" indent="0" algn="ctr">
              <a:buNone/>
              <a:defRPr lang="en-GB" sz="1100" kern="1200" baseline="0" noProof="0" dirty="0" smtClean="0">
                <a:solidFill>
                  <a:schemeClr val="tx1"/>
                </a:solidFill>
                <a:latin typeface="Arial" pitchFamily="34" charset="0"/>
                <a:ea typeface="+mn-ea"/>
                <a:cs typeface="+mn-cs"/>
              </a:defRPr>
            </a:lvl1pPr>
          </a:lstStyle>
          <a:p>
            <a:r>
              <a:rPr lang="en-US"/>
              <a:t>Click icon to add picture</a:t>
            </a:r>
            <a:endParaRPr lang="en-US" dirty="0"/>
          </a:p>
        </p:txBody>
      </p:sp>
      <p:sp>
        <p:nvSpPr>
          <p:cNvPr id="6" name="Title Placeholder 1">
            <a:extLst>
              <a:ext uri="{FF2B5EF4-FFF2-40B4-BE49-F238E27FC236}">
                <a16:creationId xmlns:a16="http://schemas.microsoft.com/office/drawing/2014/main" id="{54351994-C110-F943-BA9E-AB717123F9E4}"/>
              </a:ext>
            </a:extLst>
          </p:cNvPr>
          <p:cNvSpPr>
            <a:spLocks noGrp="1"/>
          </p:cNvSpPr>
          <p:nvPr>
            <p:ph type="title"/>
          </p:nvPr>
        </p:nvSpPr>
        <p:spPr>
          <a:xfrm>
            <a:off x="766762" y="2612855"/>
            <a:ext cx="10658475" cy="920750"/>
          </a:xfrm>
          <a:prstGeom prst="rect">
            <a:avLst/>
          </a:prstGeom>
        </p:spPr>
        <p:txBody>
          <a:bodyPr vert="horz" lIns="0" tIns="0" rIns="0" bIns="0" rtlCol="0" anchor="b" anchorCtr="0">
            <a:noAutofit/>
          </a:bodyPr>
          <a:lstStyle/>
          <a:p>
            <a:r>
              <a:rPr lang="en-US" noProof="0"/>
              <a:t>Click to edit Master title style</a:t>
            </a:r>
            <a:endParaRPr lang="en-US" noProof="0" dirty="0"/>
          </a:p>
        </p:txBody>
      </p:sp>
      <p:sp>
        <p:nvSpPr>
          <p:cNvPr id="7" name="Content Placeholder 20">
            <a:extLst>
              <a:ext uri="{FF2B5EF4-FFF2-40B4-BE49-F238E27FC236}">
                <a16:creationId xmlns:a16="http://schemas.microsoft.com/office/drawing/2014/main" id="{5CCB27AD-C0CD-2C42-B030-26334E078C02}"/>
              </a:ext>
            </a:extLst>
          </p:cNvPr>
          <p:cNvSpPr>
            <a:spLocks noGrp="1"/>
          </p:cNvSpPr>
          <p:nvPr>
            <p:ph sz="quarter" idx="17"/>
          </p:nvPr>
        </p:nvSpPr>
        <p:spPr>
          <a:xfrm>
            <a:off x="2316163" y="3941366"/>
            <a:ext cx="3816350" cy="2151459"/>
          </a:xfrm>
          <a:prstGeom prst="rect">
            <a:avLst/>
          </a:prstGeom>
        </p:spPr>
        <p:txBody>
          <a:bodyPr lIns="0" tIns="0" rIns="0" bIns="0">
            <a:noAutofit/>
          </a:bodyPr>
          <a:lstStyle>
            <a:lvl1pPr marL="0" indent="0">
              <a:spcBef>
                <a:spcPts val="500"/>
              </a:spcBef>
              <a:buClr>
                <a:srgbClr val="000000"/>
              </a:buClr>
              <a:buSzPct val="100000"/>
              <a:buFont typeface="Arial" pitchFamily="34" charset="0"/>
              <a:buNone/>
              <a:defRPr sz="1600">
                <a:solidFill>
                  <a:schemeClr val="tx1"/>
                </a:solidFill>
                <a:latin typeface="Arial" pitchFamily="34" charset="0"/>
              </a:defRPr>
            </a:lvl1pPr>
            <a:lvl2pPr marL="355600" indent="0">
              <a:spcBef>
                <a:spcPts val="500"/>
              </a:spcBef>
              <a:buClr>
                <a:srgbClr val="000000"/>
              </a:buClr>
              <a:buSzPct val="100000"/>
              <a:buFont typeface="Arial" pitchFamily="34" charset="0"/>
              <a:buNone/>
              <a:defRPr sz="1400" baseline="0">
                <a:solidFill>
                  <a:schemeClr val="tx1"/>
                </a:solidFill>
                <a:latin typeface="Arial" pitchFamily="34" charset="0"/>
              </a:defRPr>
            </a:lvl2pPr>
            <a:lvl3pPr marL="536575" indent="-273050">
              <a:spcBef>
                <a:spcPts val="500"/>
              </a:spcBef>
              <a:buClr>
                <a:srgbClr val="000000"/>
              </a:buClr>
              <a:buSzPct val="100000"/>
              <a:buFont typeface="Arial" pitchFamily="34" charset="0"/>
              <a:buChar char="•"/>
              <a:defRPr sz="1400">
                <a:solidFill>
                  <a:schemeClr val="tx1"/>
                </a:solidFill>
                <a:latin typeface="Arial" pitchFamily="34" charset="0"/>
              </a:defRPr>
            </a:lvl3pPr>
            <a:lvl4pPr marL="811213" indent="-274638">
              <a:spcBef>
                <a:spcPts val="500"/>
              </a:spcBef>
              <a:buClr>
                <a:srgbClr val="000000"/>
              </a:buClr>
              <a:buSzPct val="100000"/>
              <a:buFont typeface="Wingdings" pitchFamily="2" charset="2"/>
              <a:buChar char="§"/>
              <a:defRPr sz="1200">
                <a:solidFill>
                  <a:schemeClr val="tx1"/>
                </a:solidFill>
                <a:latin typeface="Arial" pitchFamily="34" charset="0"/>
              </a:defRPr>
            </a:lvl4pPr>
            <a:lvl5pPr marL="1074738" indent="-263525">
              <a:spcBef>
                <a:spcPts val="500"/>
              </a:spcBef>
              <a:buClr>
                <a:srgbClr val="000000"/>
              </a:buClr>
              <a:buSzPct val="100000"/>
              <a:buFont typeface="Courier New" panose="02070309020205020404" pitchFamily="49" charset="0"/>
              <a:buChar char="o"/>
              <a:defRPr sz="11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8" name="Content Placeholder 20">
            <a:extLst>
              <a:ext uri="{FF2B5EF4-FFF2-40B4-BE49-F238E27FC236}">
                <a16:creationId xmlns:a16="http://schemas.microsoft.com/office/drawing/2014/main" id="{103CCFC1-1851-B54B-9A3F-03A9AB582882}"/>
              </a:ext>
            </a:extLst>
          </p:cNvPr>
          <p:cNvSpPr>
            <a:spLocks noGrp="1"/>
          </p:cNvSpPr>
          <p:nvPr>
            <p:ph sz="quarter" idx="22"/>
          </p:nvPr>
        </p:nvSpPr>
        <p:spPr>
          <a:xfrm>
            <a:off x="7608888" y="3941366"/>
            <a:ext cx="3816350" cy="2151459"/>
          </a:xfrm>
          <a:prstGeom prst="rect">
            <a:avLst/>
          </a:prstGeom>
        </p:spPr>
        <p:txBody>
          <a:bodyPr lIns="0" tIns="0" rIns="0" bIns="0">
            <a:noAutofit/>
          </a:bodyPr>
          <a:lstStyle>
            <a:lvl1pPr marL="0" indent="0">
              <a:spcBef>
                <a:spcPts val="500"/>
              </a:spcBef>
              <a:buClr>
                <a:schemeClr val="tx1"/>
              </a:buClr>
              <a:buSzPct val="100000"/>
              <a:buFont typeface="Arial" pitchFamily="34" charset="0"/>
              <a:buNone/>
              <a:defRPr sz="1600">
                <a:solidFill>
                  <a:schemeClr val="tx1"/>
                </a:solidFill>
                <a:latin typeface="Arial" pitchFamily="34" charset="0"/>
              </a:defRPr>
            </a:lvl1pPr>
            <a:lvl2pPr marL="355600" indent="0">
              <a:spcBef>
                <a:spcPts val="500"/>
              </a:spcBef>
              <a:buClr>
                <a:schemeClr val="tx1"/>
              </a:buClr>
              <a:buSzPct val="100000"/>
              <a:buFont typeface="Arial" pitchFamily="34" charset="0"/>
              <a:buNone/>
              <a:defRPr sz="1400" baseline="0">
                <a:solidFill>
                  <a:schemeClr val="tx1"/>
                </a:solidFill>
                <a:latin typeface="Arial" pitchFamily="34" charset="0"/>
              </a:defRPr>
            </a:lvl2pPr>
            <a:lvl3pPr marL="536575" indent="-273050">
              <a:spcBef>
                <a:spcPts val="500"/>
              </a:spcBef>
              <a:buClr>
                <a:schemeClr val="tx1"/>
              </a:buClr>
              <a:buSzPct val="100000"/>
              <a:buFont typeface="Arial" pitchFamily="34" charset="0"/>
              <a:buChar char="•"/>
              <a:defRPr sz="1400">
                <a:solidFill>
                  <a:schemeClr val="tx1"/>
                </a:solidFill>
                <a:latin typeface="Arial" pitchFamily="34" charset="0"/>
              </a:defRPr>
            </a:lvl3pPr>
            <a:lvl4pPr marL="811213" indent="-274638">
              <a:spcBef>
                <a:spcPts val="500"/>
              </a:spcBef>
              <a:buClr>
                <a:schemeClr val="tx1"/>
              </a:buClr>
              <a:buSzPct val="100000"/>
              <a:buFont typeface="Wingdings" pitchFamily="2" charset="2"/>
              <a:buChar char="§"/>
              <a:defRPr sz="1200">
                <a:solidFill>
                  <a:schemeClr val="tx1"/>
                </a:solidFill>
                <a:latin typeface="Arial" pitchFamily="34" charset="0"/>
              </a:defRPr>
            </a:lvl4pPr>
            <a:lvl5pPr marL="1074738" indent="-263525">
              <a:spcBef>
                <a:spcPts val="500"/>
              </a:spcBef>
              <a:buClr>
                <a:schemeClr val="tx1"/>
              </a:buClr>
              <a:buSzPct val="100000"/>
              <a:buFont typeface="Courier New" panose="02070309020205020404" pitchFamily="49" charset="0"/>
              <a:buChar char="o"/>
              <a:defRPr sz="11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9" name="Slide Number Placeholder 5">
            <a:extLst>
              <a:ext uri="{FF2B5EF4-FFF2-40B4-BE49-F238E27FC236}">
                <a16:creationId xmlns:a16="http://schemas.microsoft.com/office/drawing/2014/main" id="{7F0484C1-4630-D247-85B4-84AA33A128E8}"/>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dirty="0" smtClean="0">
                <a:solidFill>
                  <a:schemeClr val="tx1"/>
                </a:solidFill>
                <a:latin typeface="+mn-lt"/>
                <a:ea typeface="+mn-ea"/>
                <a:cs typeface="Arial" pitchFamily="34" charset="0"/>
              </a:defRPr>
            </a:lvl1pPr>
          </a:lstStyle>
          <a:p>
            <a:fld id="{525A3C56-E491-49B2-93F3-63532DF516BC}" type="slidenum">
              <a:rPr lang="en-CA" smtClean="0"/>
              <a:pPr/>
              <a:t>‹#›</a:t>
            </a:fld>
            <a:endParaRPr lang="en-CA" dirty="0"/>
          </a:p>
        </p:txBody>
      </p:sp>
    </p:spTree>
    <p:extLst>
      <p:ext uri="{BB962C8B-B14F-4D97-AF65-F5344CB8AC3E}">
        <p14:creationId xmlns:p14="http://schemas.microsoft.com/office/powerpoint/2010/main" val="428890285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losing page for sales presentations">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66762" y="1460253"/>
            <a:ext cx="8389938" cy="461665"/>
          </a:xfrm>
        </p:spPr>
        <p:txBody>
          <a:bodyPr wrap="square" lIns="0" tIns="0" rIns="0" bIns="0">
            <a:noAutofit/>
          </a:bodyPr>
          <a:lstStyle>
            <a:lvl1pPr algn="l">
              <a:defRPr sz="3000" baseline="0">
                <a:solidFill>
                  <a:schemeClr val="tx1"/>
                </a:solidFill>
              </a:defRPr>
            </a:lvl1pPr>
          </a:lstStyle>
          <a:p>
            <a:r>
              <a:rPr lang="en-US" noProof="0" dirty="0"/>
              <a:t>Text</a:t>
            </a:r>
          </a:p>
        </p:txBody>
      </p:sp>
      <p:sp>
        <p:nvSpPr>
          <p:cNvPr id="5" name="Subtitle 2"/>
          <p:cNvSpPr>
            <a:spLocks noGrp="1"/>
          </p:cNvSpPr>
          <p:nvPr>
            <p:ph type="subTitle" idx="1"/>
          </p:nvPr>
        </p:nvSpPr>
        <p:spPr>
          <a:xfrm>
            <a:off x="753138" y="2294587"/>
            <a:ext cx="8403561" cy="702365"/>
          </a:xfrm>
          <a:prstGeom prst="rect">
            <a:avLst/>
          </a:prstGeom>
        </p:spPr>
        <p:txBody>
          <a:bodyPr lIns="0" tIns="0" rIns="0" bIns="0" anchor="t" anchorCtr="0">
            <a:noAutofit/>
          </a:bodyPr>
          <a:lstStyle>
            <a:lvl1pPr marL="0" indent="0" algn="l">
              <a:buNone/>
              <a:defRPr sz="1600">
                <a:solidFill>
                  <a:schemeClr val="tx1"/>
                </a:solidFill>
                <a:latin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edit Master subtitle style</a:t>
            </a:r>
            <a:endParaRPr lang="en-US" noProof="0" dirty="0"/>
          </a:p>
        </p:txBody>
      </p:sp>
      <p:sp>
        <p:nvSpPr>
          <p:cNvPr id="8" name="Slide Number Placeholder 5">
            <a:extLst>
              <a:ext uri="{FF2B5EF4-FFF2-40B4-BE49-F238E27FC236}">
                <a16:creationId xmlns:a16="http://schemas.microsoft.com/office/drawing/2014/main" id="{4B92B566-061D-B145-9022-F401D638E73F}"/>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dirty="0" smtClean="0">
                <a:solidFill>
                  <a:schemeClr val="tx1"/>
                </a:solidFill>
                <a:latin typeface="+mn-lt"/>
                <a:ea typeface="+mn-ea"/>
                <a:cs typeface="Arial" pitchFamily="34" charset="0"/>
              </a:defRPr>
            </a:lvl1pPr>
          </a:lstStyle>
          <a:p>
            <a:fld id="{525A3C56-E491-49B2-93F3-63532DF516BC}" type="slidenum">
              <a:rPr lang="en-CA" smtClean="0"/>
              <a:pPr/>
              <a:t>‹#›</a:t>
            </a:fld>
            <a:endParaRPr lang="en-CA" dirty="0"/>
          </a:p>
        </p:txBody>
      </p:sp>
    </p:spTree>
    <p:extLst>
      <p:ext uri="{BB962C8B-B14F-4D97-AF65-F5344CB8AC3E}">
        <p14:creationId xmlns:p14="http://schemas.microsoft.com/office/powerpoint/2010/main" val="3545418198"/>
      </p:ext>
    </p:extLst>
  </p:cSld>
  <p:clrMapOvr>
    <a:masterClrMapping/>
  </p:clrMapOvr>
  <p:hf hdr="0" dt="0"/>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Back">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8666CAE6-9220-9D4A-A132-D9F6BA0AB493}"/>
              </a:ext>
            </a:extLst>
          </p:cNvPr>
          <p:cNvSpPr>
            <a:spLocks noGrp="1"/>
          </p:cNvSpPr>
          <p:nvPr>
            <p:ph type="title"/>
          </p:nvPr>
        </p:nvSpPr>
        <p:spPr>
          <a:xfrm>
            <a:off x="766763" y="3285360"/>
            <a:ext cx="4608512" cy="318452"/>
          </a:xfrm>
          <a:prstGeom prst="rect">
            <a:avLst/>
          </a:prstGeom>
        </p:spPr>
        <p:txBody>
          <a:bodyPr vert="horz" lIns="0" tIns="0" rIns="0" bIns="0" rtlCol="0" anchor="t" anchorCtr="0">
            <a:noAutofit/>
          </a:bodyPr>
          <a:lstStyle>
            <a:lvl1pPr>
              <a:defRPr sz="1800" b="1">
                <a:solidFill>
                  <a:schemeClr val="accent1"/>
                </a:solidFill>
              </a:defRPr>
            </a:lvl1pPr>
          </a:lstStyle>
          <a:p>
            <a:r>
              <a:rPr lang="en-US" noProof="0"/>
              <a:t>Click to edit Master title style</a:t>
            </a:r>
            <a:endParaRPr lang="en-US" noProof="0" dirty="0"/>
          </a:p>
        </p:txBody>
      </p:sp>
      <p:sp>
        <p:nvSpPr>
          <p:cNvPr id="5" name="Content Placeholder 20">
            <a:extLst>
              <a:ext uri="{FF2B5EF4-FFF2-40B4-BE49-F238E27FC236}">
                <a16:creationId xmlns:a16="http://schemas.microsoft.com/office/drawing/2014/main" id="{85E43662-3308-F34D-B441-CCB9F6406906}"/>
              </a:ext>
            </a:extLst>
          </p:cNvPr>
          <p:cNvSpPr>
            <a:spLocks noGrp="1"/>
          </p:cNvSpPr>
          <p:nvPr>
            <p:ph sz="quarter" idx="17"/>
          </p:nvPr>
        </p:nvSpPr>
        <p:spPr>
          <a:xfrm>
            <a:off x="766762" y="3861360"/>
            <a:ext cx="4608513" cy="2231465"/>
          </a:xfrm>
          <a:prstGeom prst="rect">
            <a:avLst/>
          </a:prstGeom>
        </p:spPr>
        <p:txBody>
          <a:bodyPr lIns="0" tIns="0" rIns="0" bIns="0">
            <a:noAutofit/>
          </a:bodyPr>
          <a:lstStyle>
            <a:lvl1pPr marL="0" indent="0">
              <a:lnSpc>
                <a:spcPct val="110000"/>
              </a:lnSpc>
              <a:spcBef>
                <a:spcPts val="500"/>
              </a:spcBef>
              <a:buClr>
                <a:schemeClr val="tx1"/>
              </a:buClr>
              <a:buSzPct val="110000"/>
              <a:buFont typeface="Arial" pitchFamily="34" charset="0"/>
              <a:buNone/>
              <a:defRPr sz="1200">
                <a:solidFill>
                  <a:schemeClr val="tx1"/>
                </a:solidFill>
                <a:latin typeface="Arial" pitchFamily="34" charset="0"/>
              </a:defRPr>
            </a:lvl1pPr>
            <a:lvl2pPr marL="263525" indent="-263525">
              <a:lnSpc>
                <a:spcPct val="110000"/>
              </a:lnSpc>
              <a:spcBef>
                <a:spcPts val="500"/>
              </a:spcBef>
              <a:buClr>
                <a:schemeClr val="tx1"/>
              </a:buClr>
              <a:buSzPct val="110000"/>
              <a:buFont typeface="Arial" pitchFamily="34" charset="0"/>
              <a:buChar char="•"/>
              <a:defRPr sz="1200" baseline="0">
                <a:solidFill>
                  <a:schemeClr val="tx1"/>
                </a:solidFill>
                <a:latin typeface="Arial" pitchFamily="34" charset="0"/>
              </a:defRPr>
            </a:lvl2pPr>
            <a:lvl3pPr marL="536575" indent="-273050">
              <a:lnSpc>
                <a:spcPct val="110000"/>
              </a:lnSpc>
              <a:spcBef>
                <a:spcPts val="500"/>
              </a:spcBef>
              <a:buClr>
                <a:schemeClr val="tx1"/>
              </a:buClr>
              <a:buSzPct val="100000"/>
              <a:buFont typeface="Calibri" panose="020F0502020204030204" pitchFamily="34" charset="0"/>
              <a:buChar char="–"/>
              <a:defRPr sz="1100">
                <a:solidFill>
                  <a:schemeClr val="tx1"/>
                </a:solidFill>
                <a:latin typeface="Arial" pitchFamily="34" charset="0"/>
              </a:defRPr>
            </a:lvl3pPr>
            <a:lvl4pPr marL="811213" indent="-274638">
              <a:lnSpc>
                <a:spcPct val="110000"/>
              </a:lnSpc>
              <a:spcBef>
                <a:spcPts val="500"/>
              </a:spcBef>
              <a:buClr>
                <a:schemeClr val="tx1"/>
              </a:buClr>
              <a:buSzPct val="110000"/>
              <a:buFont typeface="Wingdings" pitchFamily="2" charset="2"/>
              <a:buChar char="§"/>
              <a:defRPr sz="1100">
                <a:solidFill>
                  <a:schemeClr val="tx1"/>
                </a:solidFill>
                <a:latin typeface="Arial" pitchFamily="34" charset="0"/>
              </a:defRPr>
            </a:lvl4pPr>
            <a:lvl5pPr marL="1074738" indent="-263525">
              <a:lnSpc>
                <a:spcPct val="110000"/>
              </a:lnSpc>
              <a:spcBef>
                <a:spcPts val="500"/>
              </a:spcBef>
              <a:buClr>
                <a:schemeClr val="tx1"/>
              </a:buClr>
              <a:buSzPct val="110000"/>
              <a:buFont typeface="Courier New" panose="02070309020205020404" pitchFamily="49" charset="0"/>
              <a:buChar char="o"/>
              <a:defRPr sz="11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Image 6">
            <a:extLst>
              <a:ext uri="{FF2B5EF4-FFF2-40B4-BE49-F238E27FC236}">
                <a16:creationId xmlns:a16="http://schemas.microsoft.com/office/drawing/2014/main" id="{626F09B8-6289-D048-8199-4C52FCE26409}"/>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893300" y="5372174"/>
            <a:ext cx="1549400" cy="720651"/>
          </a:xfrm>
          <a:prstGeom prst="rect">
            <a:avLst/>
          </a:prstGeom>
        </p:spPr>
      </p:pic>
    </p:spTree>
    <p:extLst>
      <p:ext uri="{BB962C8B-B14F-4D97-AF65-F5344CB8AC3E}">
        <p14:creationId xmlns:p14="http://schemas.microsoft.com/office/powerpoint/2010/main" val="2118345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7.xml"/><Relationship Id="rId18" Type="http://schemas.openxmlformats.org/officeDocument/2006/relationships/slideLayout" Target="../slideLayouts/slideLayout32.xml"/><Relationship Id="rId26" Type="http://schemas.openxmlformats.org/officeDocument/2006/relationships/slideLayout" Target="../slideLayouts/slideLayout40.xml"/><Relationship Id="rId39" Type="http://schemas.openxmlformats.org/officeDocument/2006/relationships/slideLayout" Target="../slideLayouts/slideLayout53.xml"/><Relationship Id="rId21" Type="http://schemas.openxmlformats.org/officeDocument/2006/relationships/slideLayout" Target="../slideLayouts/slideLayout35.xml"/><Relationship Id="rId34" Type="http://schemas.openxmlformats.org/officeDocument/2006/relationships/slideLayout" Target="../slideLayouts/slideLayout48.xml"/><Relationship Id="rId42" Type="http://schemas.openxmlformats.org/officeDocument/2006/relationships/slideLayout" Target="../slideLayouts/slideLayout56.xml"/><Relationship Id="rId47" Type="http://schemas.openxmlformats.org/officeDocument/2006/relationships/theme" Target="../theme/theme2.xml"/><Relationship Id="rId7" Type="http://schemas.openxmlformats.org/officeDocument/2006/relationships/slideLayout" Target="../slideLayouts/slideLayout21.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29" Type="http://schemas.openxmlformats.org/officeDocument/2006/relationships/slideLayout" Target="../slideLayouts/slideLayout43.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24" Type="http://schemas.openxmlformats.org/officeDocument/2006/relationships/slideLayout" Target="../slideLayouts/slideLayout38.xml"/><Relationship Id="rId32" Type="http://schemas.openxmlformats.org/officeDocument/2006/relationships/slideLayout" Target="../slideLayouts/slideLayout46.xml"/><Relationship Id="rId37" Type="http://schemas.openxmlformats.org/officeDocument/2006/relationships/slideLayout" Target="../slideLayouts/slideLayout51.xml"/><Relationship Id="rId40" Type="http://schemas.openxmlformats.org/officeDocument/2006/relationships/slideLayout" Target="../slideLayouts/slideLayout54.xml"/><Relationship Id="rId45" Type="http://schemas.openxmlformats.org/officeDocument/2006/relationships/slideLayout" Target="../slideLayouts/slideLayout59.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23" Type="http://schemas.openxmlformats.org/officeDocument/2006/relationships/slideLayout" Target="../slideLayouts/slideLayout37.xml"/><Relationship Id="rId28" Type="http://schemas.openxmlformats.org/officeDocument/2006/relationships/slideLayout" Target="../slideLayouts/slideLayout42.xml"/><Relationship Id="rId36" Type="http://schemas.openxmlformats.org/officeDocument/2006/relationships/slideLayout" Target="../slideLayouts/slideLayout50.xml"/><Relationship Id="rId10" Type="http://schemas.openxmlformats.org/officeDocument/2006/relationships/slideLayout" Target="../slideLayouts/slideLayout24.xml"/><Relationship Id="rId19" Type="http://schemas.openxmlformats.org/officeDocument/2006/relationships/slideLayout" Target="../slideLayouts/slideLayout33.xml"/><Relationship Id="rId31" Type="http://schemas.openxmlformats.org/officeDocument/2006/relationships/slideLayout" Target="../slideLayouts/slideLayout45.xml"/><Relationship Id="rId44" Type="http://schemas.openxmlformats.org/officeDocument/2006/relationships/slideLayout" Target="../slideLayouts/slideLayout58.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 Id="rId22" Type="http://schemas.openxmlformats.org/officeDocument/2006/relationships/slideLayout" Target="../slideLayouts/slideLayout36.xml"/><Relationship Id="rId27" Type="http://schemas.openxmlformats.org/officeDocument/2006/relationships/slideLayout" Target="../slideLayouts/slideLayout41.xml"/><Relationship Id="rId30" Type="http://schemas.openxmlformats.org/officeDocument/2006/relationships/slideLayout" Target="../slideLayouts/slideLayout44.xml"/><Relationship Id="rId35" Type="http://schemas.openxmlformats.org/officeDocument/2006/relationships/slideLayout" Target="../slideLayouts/slideLayout49.xml"/><Relationship Id="rId43" Type="http://schemas.openxmlformats.org/officeDocument/2006/relationships/slideLayout" Target="../slideLayouts/slideLayout57.xml"/><Relationship Id="rId8" Type="http://schemas.openxmlformats.org/officeDocument/2006/relationships/slideLayout" Target="../slideLayouts/slideLayout22.xml"/><Relationship Id="rId3" Type="http://schemas.openxmlformats.org/officeDocument/2006/relationships/slideLayout" Target="../slideLayouts/slideLayout17.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5" Type="http://schemas.openxmlformats.org/officeDocument/2006/relationships/slideLayout" Target="../slideLayouts/slideLayout39.xml"/><Relationship Id="rId33" Type="http://schemas.openxmlformats.org/officeDocument/2006/relationships/slideLayout" Target="../slideLayouts/slideLayout47.xml"/><Relationship Id="rId38" Type="http://schemas.openxmlformats.org/officeDocument/2006/relationships/slideLayout" Target="../slideLayouts/slideLayout52.xml"/><Relationship Id="rId46" Type="http://schemas.openxmlformats.org/officeDocument/2006/relationships/slideLayout" Target="../slideLayouts/slideLayout60.xml"/><Relationship Id="rId20" Type="http://schemas.openxmlformats.org/officeDocument/2006/relationships/slideLayout" Target="../slideLayouts/slideLayout34.xml"/><Relationship Id="rId41"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D09A08-E630-4BD8-9D9D-5AB340E68F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2831D18-5089-43A1-9958-33774D5B8F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D07311-6D80-4063-9A31-F440D473D3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642520-852C-4ABF-9F36-A94F586E1078}" type="datetimeFigureOut">
              <a:rPr lang="en-US" smtClean="0"/>
              <a:t>4/14/2022</a:t>
            </a:fld>
            <a:endParaRPr lang="en-US"/>
          </a:p>
        </p:txBody>
      </p:sp>
      <p:sp>
        <p:nvSpPr>
          <p:cNvPr id="5" name="Footer Placeholder 4">
            <a:extLst>
              <a:ext uri="{FF2B5EF4-FFF2-40B4-BE49-F238E27FC236}">
                <a16:creationId xmlns:a16="http://schemas.microsoft.com/office/drawing/2014/main" id="{7F0963F1-FBEA-4582-8A0E-F70389A855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A47B6D3-F220-48CB-9628-1ED43AB55E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941759-0A50-47F3-A372-4F07C5215EC7}" type="slidenum">
              <a:rPr lang="en-US" smtClean="0"/>
              <a:t>‹#›</a:t>
            </a:fld>
            <a:endParaRPr lang="en-US"/>
          </a:p>
        </p:txBody>
      </p:sp>
    </p:spTree>
    <p:extLst>
      <p:ext uri="{BB962C8B-B14F-4D97-AF65-F5344CB8AC3E}">
        <p14:creationId xmlns:p14="http://schemas.microsoft.com/office/powerpoint/2010/main" val="8764790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708" r:id="rId13"/>
    <p:sldLayoutId id="2147483709"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6763" y="682513"/>
            <a:ext cx="10658475" cy="936625"/>
          </a:xfrm>
          <a:prstGeom prst="rect">
            <a:avLst/>
          </a:prstGeom>
        </p:spPr>
        <p:txBody>
          <a:bodyPr vert="horz" lIns="0" tIns="0" rIns="0" bIns="0" rtlCol="0" anchor="t" anchorCtr="0">
            <a:normAutofit/>
          </a:bodyPr>
          <a:lstStyle/>
          <a:p>
            <a:r>
              <a:rPr lang="fr-CA" noProof="0" dirty="0" err="1"/>
              <a:t>Title</a:t>
            </a:r>
            <a:endParaRPr lang="en-CA" noProof="0" dirty="0"/>
          </a:p>
        </p:txBody>
      </p:sp>
      <p:sp>
        <p:nvSpPr>
          <p:cNvPr id="90" name="Slide Number Placeholder 5"/>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dirty="0" smtClean="0">
                <a:solidFill>
                  <a:schemeClr val="tx1"/>
                </a:solidFill>
                <a:latin typeface="+mn-lt"/>
                <a:ea typeface="+mn-ea"/>
                <a:cs typeface="Arial" pitchFamily="34" charset="0"/>
              </a:defRPr>
            </a:lvl1pPr>
          </a:lstStyle>
          <a:p>
            <a:fld id="{525A3C56-E491-49B2-93F3-63532DF516BC}" type="slidenum">
              <a:rPr lang="en-CA" smtClean="0"/>
              <a:pPr/>
              <a:t>‹#›</a:t>
            </a:fld>
            <a:endParaRPr lang="en-CA" dirty="0"/>
          </a:p>
        </p:txBody>
      </p:sp>
      <p:sp>
        <p:nvSpPr>
          <p:cNvPr id="96" name="TextBox 95" descr="Copyright_box&#10;"/>
          <p:cNvSpPr txBox="1"/>
          <p:nvPr userDrawn="1"/>
        </p:nvSpPr>
        <p:spPr bwMode="auto">
          <a:xfrm>
            <a:off x="766763" y="6264308"/>
            <a:ext cx="1920658" cy="169200"/>
          </a:xfrm>
          <a:prstGeom prst="rect">
            <a:avLst/>
          </a:prstGeom>
          <a:noFill/>
          <a:ln w="9525" algn="ctr">
            <a:noFill/>
            <a:miter lim="800000"/>
            <a:headEnd/>
            <a:tailEnd/>
          </a:ln>
          <a:effectLst/>
        </p:spPr>
        <p:txBody>
          <a:bodyPr vert="horz" wrap="none" lIns="0" tIns="0" rIns="0" bIns="0" rtlCol="0" anchor="ctr" anchorCtr="0">
            <a:noAutofit/>
          </a:bodyPr>
          <a:lstStyle/>
          <a:p>
            <a:pPr algn="l"/>
            <a:r>
              <a:rPr lang="en-CA" sz="1000">
                <a:latin typeface="+mn-lt"/>
              </a:rPr>
              <a:t>© 20XX </a:t>
            </a:r>
            <a:r>
              <a:rPr lang="en-CA" sz="1000" dirty="0">
                <a:latin typeface="+mn-lt"/>
              </a:rPr>
              <a:t>CGI Inc.</a:t>
            </a:r>
            <a:endParaRPr lang="en-CA" sz="1000" b="0" i="0" u="none" dirty="0">
              <a:solidFill>
                <a:schemeClr val="tx1"/>
              </a:solidFill>
              <a:latin typeface="+mn-lt"/>
              <a:cs typeface="Arial" pitchFamily="34" charset="0"/>
            </a:endParaRPr>
          </a:p>
        </p:txBody>
      </p:sp>
      <p:sp>
        <p:nvSpPr>
          <p:cNvPr id="101" name="TextBox 100" descr="CONFIDENTIAL_TAG_0xFFEE"/>
          <p:cNvSpPr txBox="1"/>
          <p:nvPr userDrawn="1"/>
        </p:nvSpPr>
        <p:spPr bwMode="auto">
          <a:xfrm>
            <a:off x="9100382" y="6273302"/>
            <a:ext cx="1439604" cy="169200"/>
          </a:xfrm>
          <a:prstGeom prst="rect">
            <a:avLst/>
          </a:prstGeom>
          <a:noFill/>
          <a:ln w="9525" algn="ctr">
            <a:noFill/>
            <a:miter lim="800000"/>
            <a:headEnd/>
            <a:tailEnd/>
          </a:ln>
          <a:effectLst>
            <a:glow>
              <a:srgbClr val="000000"/>
            </a:glow>
          </a:effectLst>
        </p:spPr>
        <p:txBody>
          <a:bodyPr vert="horz"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000" b="0" i="0" u="none" strike="noStrike" kern="1200" cap="none" spc="0" normalizeH="0" baseline="0" noProof="0" dirty="0">
              <a:ln>
                <a:noFill/>
              </a:ln>
              <a:solidFill>
                <a:schemeClr val="tx1"/>
              </a:solidFill>
              <a:effectLst/>
              <a:uLnTx/>
              <a:uFillTx/>
              <a:latin typeface="+mn-lt"/>
              <a:ea typeface="+mn-ea"/>
              <a:cs typeface="Arial" pitchFamily="34" charset="0"/>
            </a:endParaRPr>
          </a:p>
        </p:txBody>
      </p:sp>
      <p:sp>
        <p:nvSpPr>
          <p:cNvPr id="8" name="MSIPCMContentMarking" descr="CONFIDENTIAL_TAG_0xFFEE"/>
          <p:cNvSpPr txBox="1"/>
          <p:nvPr userDrawn="1"/>
        </p:nvSpPr>
        <p:spPr bwMode="auto">
          <a:xfrm>
            <a:off x="8901113" y="6273302"/>
            <a:ext cx="1638873" cy="169200"/>
          </a:xfrm>
          <a:prstGeom prst="rect">
            <a:avLst/>
          </a:prstGeom>
          <a:noFill/>
          <a:ln w="9525" algn="ctr">
            <a:noFill/>
            <a:miter lim="800000"/>
            <a:headEnd/>
            <a:tailEnd/>
          </a:ln>
          <a:effectLst>
            <a:glow>
              <a:srgbClr val="000000"/>
            </a:glow>
          </a:effectLst>
        </p:spPr>
        <p:txBody>
          <a:bodyPr vert="horz" wrap="square" lIns="0" tIns="0" rIns="0" bIns="0"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dirty="0">
                <a:ln>
                  <a:noFill/>
                </a:ln>
                <a:solidFill>
                  <a:schemeClr val="tx1"/>
                </a:solidFill>
                <a:effectLst/>
                <a:uLnTx/>
                <a:uFillTx/>
                <a:latin typeface="+mn-lt"/>
                <a:ea typeface="+mn-ea"/>
                <a:cs typeface="Arial" pitchFamily="34" charset="0"/>
              </a:rPr>
              <a:t>Internal</a:t>
            </a:r>
          </a:p>
        </p:txBody>
      </p:sp>
    </p:spTree>
    <p:extLst>
      <p:ext uri="{BB962C8B-B14F-4D97-AF65-F5344CB8AC3E}">
        <p14:creationId xmlns:p14="http://schemas.microsoft.com/office/powerpoint/2010/main" val="95559785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 id="2147483689" r:id="rId28"/>
    <p:sldLayoutId id="2147483690" r:id="rId29"/>
    <p:sldLayoutId id="2147483691" r:id="rId30"/>
    <p:sldLayoutId id="2147483692" r:id="rId31"/>
    <p:sldLayoutId id="2147483693" r:id="rId32"/>
    <p:sldLayoutId id="2147483694" r:id="rId33"/>
    <p:sldLayoutId id="2147483695" r:id="rId34"/>
    <p:sldLayoutId id="2147483696" r:id="rId35"/>
    <p:sldLayoutId id="2147483697" r:id="rId36"/>
    <p:sldLayoutId id="2147483698" r:id="rId37"/>
    <p:sldLayoutId id="2147483699" r:id="rId38"/>
    <p:sldLayoutId id="2147483700" r:id="rId39"/>
    <p:sldLayoutId id="2147483701" r:id="rId40"/>
    <p:sldLayoutId id="2147483702" r:id="rId41"/>
    <p:sldLayoutId id="2147483703" r:id="rId42"/>
    <p:sldLayoutId id="2147483704" r:id="rId43"/>
    <p:sldLayoutId id="2147483705" r:id="rId44"/>
    <p:sldLayoutId id="2147483706" r:id="rId45"/>
    <p:sldLayoutId id="2147483707" r:id="rId46"/>
  </p:sldLayoutIdLst>
  <p:hf hdr="0" ftr="0" dt="0"/>
  <p:txStyles>
    <p:titleStyle>
      <a:lvl1pPr algn="l" defTabSz="914400" rtl="0" eaLnBrk="1" latinLnBrk="0" hangingPunct="1">
        <a:spcBef>
          <a:spcPct val="0"/>
        </a:spcBef>
        <a:buNone/>
        <a:defRPr sz="2800" kern="1200">
          <a:solidFill>
            <a:schemeClr val="tx1"/>
          </a:solidFill>
          <a:latin typeface="Arial" pitchFamily="34" charset="0"/>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63">
          <p15:clr>
            <a:srgbClr val="F26B43"/>
          </p15:clr>
        </p15:guide>
        <p15:guide id="4" orient="horz" pos="3838">
          <p15:clr>
            <a:srgbClr val="F26B43"/>
          </p15:clr>
        </p15:guide>
        <p15:guide id="11" pos="7197">
          <p15:clr>
            <a:srgbClr val="F26B43"/>
          </p15:clr>
        </p15:guide>
        <p15:guide id="12" pos="7680">
          <p15:clr>
            <a:srgbClr val="F26B43"/>
          </p15:clr>
        </p15:guide>
        <p15:guide id="13" pos="6720">
          <p15:clr>
            <a:srgbClr val="F26B43"/>
          </p15:clr>
        </p15:guide>
        <p15:guide id="14" pos="6244">
          <p15:clr>
            <a:srgbClr val="F26B43"/>
          </p15:clr>
        </p15:guide>
        <p15:guide id="19">
          <p15:clr>
            <a:srgbClr val="F26B43"/>
          </p15:clr>
        </p15:guide>
        <p15:guide id="20" pos="483">
          <p15:clr>
            <a:srgbClr val="F26B43"/>
          </p15:clr>
        </p15:guide>
        <p15:guide id="22" orient="horz" pos="482">
          <p15:clr>
            <a:srgbClr val="F26B43"/>
          </p15:clr>
        </p15:guide>
        <p15:guide id="23" pos="5768">
          <p15:clr>
            <a:srgbClr val="F26B43"/>
          </p15:clr>
        </p15:guide>
        <p15:guide id="24" pos="5292">
          <p15:clr>
            <a:srgbClr val="F26B43"/>
          </p15:clr>
        </p15:guide>
        <p15:guide id="25" pos="4793">
          <p15:clr>
            <a:srgbClr val="F26B43"/>
          </p15:clr>
        </p15:guide>
        <p15:guide id="26" pos="4339">
          <p15:clr>
            <a:srgbClr val="F26B43"/>
          </p15:clr>
        </p15:guide>
        <p15:guide id="27" pos="3386">
          <p15:clr>
            <a:srgbClr val="F26B43"/>
          </p15:clr>
        </p15:guide>
        <p15:guide id="28" pos="2887">
          <p15:clr>
            <a:srgbClr val="F26B43"/>
          </p15:clr>
        </p15:guide>
        <p15:guide id="29" pos="2411">
          <p15:clr>
            <a:srgbClr val="F26B43"/>
          </p15:clr>
        </p15:guide>
        <p15:guide id="30" pos="1935">
          <p15:clr>
            <a:srgbClr val="F26B43"/>
          </p15:clr>
        </p15:guide>
        <p15:guide id="31" pos="1459">
          <p15:clr>
            <a:srgbClr val="F26B43"/>
          </p15:clr>
        </p15:guide>
        <p15:guide id="32" pos="98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4.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8" Type="http://schemas.openxmlformats.org/officeDocument/2006/relationships/hyperlink" Target="https://technofaq.org/posts/2019/10/docker-container-images-whats-the-big-deal/" TargetMode="External"/><Relationship Id="rId3" Type="http://schemas.openxmlformats.org/officeDocument/2006/relationships/image" Target="../media/image8.png"/><Relationship Id="rId7" Type="http://schemas.openxmlformats.org/officeDocument/2006/relationships/image" Target="../media/image10.jpg"/><Relationship Id="rId2" Type="http://schemas.openxmlformats.org/officeDocument/2006/relationships/notesSlide" Target="../notesSlides/notesSlide5.xml"/><Relationship Id="rId1" Type="http://schemas.openxmlformats.org/officeDocument/2006/relationships/slideLayout" Target="../slideLayouts/slideLayout53.xml"/><Relationship Id="rId6" Type="http://schemas.openxmlformats.org/officeDocument/2006/relationships/hyperlink" Target="https://timschreiber.com/2018/05/07/aspnet-core-identity-with-patterns-2/" TargetMode="External"/><Relationship Id="rId5" Type="http://schemas.openxmlformats.org/officeDocument/2006/relationships/image" Target="../media/image9.jpg"/><Relationship Id="rId4" Type="http://schemas.openxmlformats.org/officeDocument/2006/relationships/hyperlink" Target="https://medium.com/lankapura/angular-asp-net-core-authentication-with-identity-server-4-65db6b9f7c2a"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7.xml"/><Relationship Id="rId1" Type="http://schemas.openxmlformats.org/officeDocument/2006/relationships/slideLayout" Target="../slideLayouts/slideLayout17.xml"/><Relationship Id="rId5" Type="http://schemas.openxmlformats.org/officeDocument/2006/relationships/hyperlink" Target="https://creativecommons.org/licenses/by-nc-nd/3.0/" TargetMode="External"/><Relationship Id="rId4" Type="http://schemas.openxmlformats.org/officeDocument/2006/relationships/hyperlink" Target="https://flickr.com/photos/rohdesign/3534506648"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8.xml"/><Relationship Id="rId1" Type="http://schemas.openxmlformats.org/officeDocument/2006/relationships/slideLayout" Target="../slideLayouts/slideLayout57.xml"/><Relationship Id="rId4" Type="http://schemas.openxmlformats.org/officeDocument/2006/relationships/hyperlink" Target="http://www.christiansincontext.com/2014/06/god-clearly-answers-big-questions.html"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9.xml"/><Relationship Id="rId1" Type="http://schemas.openxmlformats.org/officeDocument/2006/relationships/slideLayout" Target="../slideLayouts/slideLayout17.xml"/><Relationship Id="rId4" Type="http://schemas.openxmlformats.org/officeDocument/2006/relationships/hyperlink" Target="https://www.solutionsiq.com/resource/blog-post/the-done-principles-part-2-of-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62107" y="777875"/>
            <a:ext cx="5733893" cy="1821937"/>
          </a:xfrm>
        </p:spPr>
        <p:txBody>
          <a:bodyPr>
            <a:normAutofit/>
          </a:bodyPr>
          <a:lstStyle/>
          <a:p>
            <a:r>
              <a:rPr lang="en-GB" sz="4800" dirty="0"/>
              <a:t>Phone Market App – Capstone Project</a:t>
            </a:r>
          </a:p>
        </p:txBody>
      </p:sp>
      <p:sp>
        <p:nvSpPr>
          <p:cNvPr id="3" name="Text Placeholder 2"/>
          <p:cNvSpPr>
            <a:spLocks noGrp="1"/>
          </p:cNvSpPr>
          <p:nvPr>
            <p:ph type="body" sz="quarter" idx="14"/>
          </p:nvPr>
        </p:nvSpPr>
        <p:spPr>
          <a:xfrm>
            <a:off x="5035258" y="2688338"/>
            <a:ext cx="3529711" cy="3391787"/>
          </a:xfrm>
        </p:spPr>
        <p:txBody>
          <a:bodyPr>
            <a:normAutofit/>
          </a:bodyPr>
          <a:lstStyle/>
          <a:p>
            <a:r>
              <a:rPr lang="en-CA" b="1" dirty="0"/>
              <a:t>Group Members:</a:t>
            </a:r>
          </a:p>
          <a:p>
            <a:endParaRPr lang="en-CA" b="1" dirty="0"/>
          </a:p>
          <a:p>
            <a:r>
              <a:rPr lang="en-CA" dirty="0"/>
              <a:t>Domingo, Arr</a:t>
            </a:r>
          </a:p>
          <a:p>
            <a:r>
              <a:rPr lang="en-CA" dirty="0"/>
              <a:t>Lambert, Kieran</a:t>
            </a:r>
          </a:p>
          <a:p>
            <a:r>
              <a:rPr lang="en-CA" dirty="0"/>
              <a:t>Chahal, Sandeep</a:t>
            </a:r>
          </a:p>
          <a:p>
            <a:r>
              <a:rPr lang="en-CA" dirty="0"/>
              <a:t>Chomyc, Calvin</a:t>
            </a:r>
          </a:p>
          <a:p>
            <a:endParaRPr lang="en-CA" dirty="0"/>
          </a:p>
          <a:p>
            <a:r>
              <a:rPr lang="en-CA" b="1" dirty="0"/>
              <a:t>April 2022</a:t>
            </a:r>
          </a:p>
        </p:txBody>
      </p:sp>
      <p:pic>
        <p:nvPicPr>
          <p:cNvPr id="9" name="Espace réservé pour une image  8">
            <a:extLst>
              <a:ext uri="{FF2B5EF4-FFF2-40B4-BE49-F238E27FC236}">
                <a16:creationId xmlns:a16="http://schemas.microsoft.com/office/drawing/2014/main" id="{CC5B6D56-6388-E943-8819-92D0E54C9E29}"/>
              </a:ext>
            </a:extLst>
          </p:cNvPr>
          <p:cNvPicPr>
            <a:picLocks noGrp="1" noChangeAspect="1"/>
          </p:cNvPicPr>
          <p:nvPr>
            <p:ph type="pic" sz="quarter" idx="16"/>
          </p:nvPr>
        </p:nvPicPr>
        <p:blipFill>
          <a:blip r:embed="rId3" cstate="print">
            <a:extLst>
              <a:ext uri="{28A0092B-C50C-407E-A947-70E740481C1C}">
                <a14:useLocalDpi xmlns:a14="http://schemas.microsoft.com/office/drawing/2010/main"/>
              </a:ext>
            </a:extLst>
          </a:blip>
          <a:srcRect t="120" b="120"/>
          <a:stretch>
            <a:fillRect/>
          </a:stretch>
        </p:blipFill>
        <p:spPr/>
      </p:pic>
    </p:spTree>
    <p:extLst>
      <p:ext uri="{BB962C8B-B14F-4D97-AF65-F5344CB8AC3E}">
        <p14:creationId xmlns:p14="http://schemas.microsoft.com/office/powerpoint/2010/main" val="27859191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273A69A9-1ED7-5243-8F51-67BE5FA8C10B}"/>
              </a:ext>
            </a:extLst>
          </p:cNvPr>
          <p:cNvSpPr>
            <a:spLocks noGrp="1"/>
          </p:cNvSpPr>
          <p:nvPr>
            <p:ph type="sldNum" sz="quarter" idx="10"/>
          </p:nvPr>
        </p:nvSpPr>
        <p:spPr>
          <a:xfrm>
            <a:off x="11163034" y="6264308"/>
            <a:ext cx="261660" cy="169200"/>
          </a:xfrm>
        </p:spPr>
        <p:txBody>
          <a:bodyPr/>
          <a:lstStyle/>
          <a:p>
            <a:fld id="{525A3C56-E491-49B2-93F3-63532DF516BC}" type="slidenum">
              <a:rPr lang="en-CA" smtClean="0"/>
              <a:pPr/>
              <a:t>2</a:t>
            </a:fld>
            <a:endParaRPr lang="en-CA" dirty="0"/>
          </a:p>
        </p:txBody>
      </p:sp>
      <p:sp>
        <p:nvSpPr>
          <p:cNvPr id="3" name="Titre 2">
            <a:extLst>
              <a:ext uri="{FF2B5EF4-FFF2-40B4-BE49-F238E27FC236}">
                <a16:creationId xmlns:a16="http://schemas.microsoft.com/office/drawing/2014/main" id="{EFE39B74-69ED-8544-9D7E-88B9C2C618A9}"/>
              </a:ext>
            </a:extLst>
          </p:cNvPr>
          <p:cNvSpPr>
            <a:spLocks noGrp="1"/>
          </p:cNvSpPr>
          <p:nvPr>
            <p:ph type="title"/>
          </p:nvPr>
        </p:nvSpPr>
        <p:spPr>
          <a:xfrm>
            <a:off x="765737" y="683246"/>
            <a:ext cx="10676438" cy="531097"/>
          </a:xfrm>
        </p:spPr>
        <p:txBody>
          <a:bodyPr/>
          <a:lstStyle/>
          <a:p>
            <a:r>
              <a:rPr lang="en-CA" sz="3600" b="1" dirty="0"/>
              <a:t>Agenda</a:t>
            </a:r>
          </a:p>
        </p:txBody>
      </p:sp>
      <p:sp>
        <p:nvSpPr>
          <p:cNvPr id="107" name="Espace réservé du texte 106">
            <a:extLst>
              <a:ext uri="{FF2B5EF4-FFF2-40B4-BE49-F238E27FC236}">
                <a16:creationId xmlns:a16="http://schemas.microsoft.com/office/drawing/2014/main" id="{638F4285-52DB-AA42-A7AD-1B41A7BC3C1F}"/>
              </a:ext>
            </a:extLst>
          </p:cNvPr>
          <p:cNvSpPr>
            <a:spLocks noGrp="1"/>
          </p:cNvSpPr>
          <p:nvPr>
            <p:ph type="body" sz="quarter" idx="12"/>
          </p:nvPr>
        </p:nvSpPr>
        <p:spPr/>
        <p:txBody>
          <a:bodyPr/>
          <a:lstStyle/>
          <a:p>
            <a:r>
              <a:rPr lang="en-CA" dirty="0"/>
              <a:t>Solution</a:t>
            </a:r>
          </a:p>
        </p:txBody>
      </p:sp>
      <p:sp>
        <p:nvSpPr>
          <p:cNvPr id="108" name="Espace réservé du texte 107">
            <a:extLst>
              <a:ext uri="{FF2B5EF4-FFF2-40B4-BE49-F238E27FC236}">
                <a16:creationId xmlns:a16="http://schemas.microsoft.com/office/drawing/2014/main" id="{356E9B19-FC86-4349-BBAE-069209F468D8}"/>
              </a:ext>
            </a:extLst>
          </p:cNvPr>
          <p:cNvSpPr>
            <a:spLocks noGrp="1"/>
          </p:cNvSpPr>
          <p:nvPr>
            <p:ph type="body" sz="quarter" idx="13"/>
          </p:nvPr>
        </p:nvSpPr>
        <p:spPr/>
        <p:txBody>
          <a:bodyPr/>
          <a:lstStyle/>
          <a:p>
            <a:r>
              <a:rPr lang="en-CA" dirty="0"/>
              <a:t>Technologies Used</a:t>
            </a:r>
          </a:p>
        </p:txBody>
      </p:sp>
      <p:sp>
        <p:nvSpPr>
          <p:cNvPr id="109" name="Espace réservé du texte 108">
            <a:extLst>
              <a:ext uri="{FF2B5EF4-FFF2-40B4-BE49-F238E27FC236}">
                <a16:creationId xmlns:a16="http://schemas.microsoft.com/office/drawing/2014/main" id="{70B7E3CB-D154-0847-B559-F44BC44D54AD}"/>
              </a:ext>
            </a:extLst>
          </p:cNvPr>
          <p:cNvSpPr>
            <a:spLocks noGrp="1"/>
          </p:cNvSpPr>
          <p:nvPr>
            <p:ph type="body" sz="quarter" idx="14"/>
          </p:nvPr>
        </p:nvSpPr>
        <p:spPr/>
        <p:txBody>
          <a:bodyPr/>
          <a:lstStyle/>
          <a:p>
            <a:r>
              <a:rPr lang="en-CA" dirty="0"/>
              <a:t>Application Architecture</a:t>
            </a:r>
          </a:p>
        </p:txBody>
      </p:sp>
      <p:sp>
        <p:nvSpPr>
          <p:cNvPr id="110" name="Espace réservé du texte 109">
            <a:extLst>
              <a:ext uri="{FF2B5EF4-FFF2-40B4-BE49-F238E27FC236}">
                <a16:creationId xmlns:a16="http://schemas.microsoft.com/office/drawing/2014/main" id="{0DDAD583-F373-DA45-A18C-CC8C30DCC274}"/>
              </a:ext>
            </a:extLst>
          </p:cNvPr>
          <p:cNvSpPr>
            <a:spLocks noGrp="1"/>
          </p:cNvSpPr>
          <p:nvPr>
            <p:ph type="body" sz="quarter" idx="15"/>
          </p:nvPr>
        </p:nvSpPr>
        <p:spPr/>
        <p:txBody>
          <a:bodyPr/>
          <a:lstStyle/>
          <a:p>
            <a:r>
              <a:rPr lang="en-CA" dirty="0"/>
              <a:t>Application Demonstration</a:t>
            </a:r>
          </a:p>
        </p:txBody>
      </p:sp>
      <p:sp>
        <p:nvSpPr>
          <p:cNvPr id="111" name="Espace réservé du texte 110">
            <a:extLst>
              <a:ext uri="{FF2B5EF4-FFF2-40B4-BE49-F238E27FC236}">
                <a16:creationId xmlns:a16="http://schemas.microsoft.com/office/drawing/2014/main" id="{88033D7F-65DB-CE4E-9E6F-287E3F8D1023}"/>
              </a:ext>
            </a:extLst>
          </p:cNvPr>
          <p:cNvSpPr>
            <a:spLocks noGrp="1"/>
          </p:cNvSpPr>
          <p:nvPr>
            <p:ph type="body" sz="quarter" idx="16"/>
          </p:nvPr>
        </p:nvSpPr>
        <p:spPr/>
        <p:txBody>
          <a:bodyPr/>
          <a:lstStyle/>
          <a:p>
            <a:r>
              <a:rPr lang="en-CA" dirty="0"/>
              <a:t>Problem Statement</a:t>
            </a:r>
          </a:p>
        </p:txBody>
      </p:sp>
      <p:sp>
        <p:nvSpPr>
          <p:cNvPr id="9" name="ZoneTexte 11">
            <a:extLst>
              <a:ext uri="{FF2B5EF4-FFF2-40B4-BE49-F238E27FC236}">
                <a16:creationId xmlns:a16="http://schemas.microsoft.com/office/drawing/2014/main" id="{9507E3FC-1B30-4248-B8E4-295CAD990830}"/>
              </a:ext>
            </a:extLst>
          </p:cNvPr>
          <p:cNvSpPr txBox="1"/>
          <p:nvPr/>
        </p:nvSpPr>
        <p:spPr>
          <a:xfrm>
            <a:off x="792889" y="2295678"/>
            <a:ext cx="1549400" cy="1071155"/>
          </a:xfrm>
          <a:prstGeom prst="rect">
            <a:avLst/>
          </a:prstGeom>
        </p:spPr>
        <p:txBody>
          <a:bodyPr vert="horz" wrap="square" lIns="0" tIns="0" rIns="0" bIns="0" rtlCol="0" anchor="t" anchorCtr="0">
            <a:normAutofit/>
          </a:bodyPr>
          <a:lstStyle/>
          <a:p>
            <a:pPr algn="ctr"/>
            <a:r>
              <a:rPr lang="en-CA" sz="3600" dirty="0">
                <a:gradFill>
                  <a:gsLst>
                    <a:gs pos="60000">
                      <a:srgbClr val="A82465"/>
                    </a:gs>
                    <a:gs pos="0">
                      <a:srgbClr val="E31937"/>
                    </a:gs>
                    <a:gs pos="100000">
                      <a:srgbClr val="5236AB"/>
                    </a:gs>
                  </a:gsLst>
                  <a:lin ang="0" scaled="0"/>
                </a:gradFill>
              </a:rPr>
              <a:t>01</a:t>
            </a:r>
          </a:p>
        </p:txBody>
      </p:sp>
      <p:sp>
        <p:nvSpPr>
          <p:cNvPr id="10" name="ZoneTexte 12">
            <a:extLst>
              <a:ext uri="{FF2B5EF4-FFF2-40B4-BE49-F238E27FC236}">
                <a16:creationId xmlns:a16="http://schemas.microsoft.com/office/drawing/2014/main" id="{C763971C-AAFC-3949-A717-4DE7B710023F}"/>
              </a:ext>
            </a:extLst>
          </p:cNvPr>
          <p:cNvSpPr txBox="1"/>
          <p:nvPr/>
        </p:nvSpPr>
        <p:spPr>
          <a:xfrm>
            <a:off x="3097939" y="2295678"/>
            <a:ext cx="1549400" cy="1071155"/>
          </a:xfrm>
          <a:prstGeom prst="rect">
            <a:avLst/>
          </a:prstGeom>
        </p:spPr>
        <p:txBody>
          <a:bodyPr vert="horz" wrap="square" lIns="0" tIns="0" rIns="0" bIns="0" rtlCol="0" anchor="t" anchorCtr="0">
            <a:normAutofit/>
          </a:bodyPr>
          <a:lstStyle/>
          <a:p>
            <a:pPr algn="ctr"/>
            <a:r>
              <a:rPr lang="en-CA" sz="3600" dirty="0">
                <a:gradFill>
                  <a:gsLst>
                    <a:gs pos="60000">
                      <a:srgbClr val="A82465"/>
                    </a:gs>
                    <a:gs pos="0">
                      <a:srgbClr val="E31937"/>
                    </a:gs>
                    <a:gs pos="100000">
                      <a:srgbClr val="5236AB"/>
                    </a:gs>
                  </a:gsLst>
                  <a:lin ang="0" scaled="0"/>
                </a:gradFill>
              </a:rPr>
              <a:t>02</a:t>
            </a:r>
          </a:p>
        </p:txBody>
      </p:sp>
      <p:sp>
        <p:nvSpPr>
          <p:cNvPr id="11" name="ZoneTexte 13">
            <a:extLst>
              <a:ext uri="{FF2B5EF4-FFF2-40B4-BE49-F238E27FC236}">
                <a16:creationId xmlns:a16="http://schemas.microsoft.com/office/drawing/2014/main" id="{57E622A3-544D-284C-B671-FEB2FFB1627D}"/>
              </a:ext>
            </a:extLst>
          </p:cNvPr>
          <p:cNvSpPr txBox="1"/>
          <p:nvPr/>
        </p:nvSpPr>
        <p:spPr>
          <a:xfrm>
            <a:off x="5364889" y="2295678"/>
            <a:ext cx="1549400" cy="1071155"/>
          </a:xfrm>
          <a:prstGeom prst="rect">
            <a:avLst/>
          </a:prstGeom>
        </p:spPr>
        <p:txBody>
          <a:bodyPr vert="horz" wrap="square" lIns="0" tIns="0" rIns="0" bIns="0" rtlCol="0" anchor="t" anchorCtr="0">
            <a:normAutofit/>
          </a:bodyPr>
          <a:lstStyle/>
          <a:p>
            <a:pPr algn="ctr"/>
            <a:r>
              <a:rPr lang="en-CA" sz="3600" dirty="0">
                <a:gradFill>
                  <a:gsLst>
                    <a:gs pos="60000">
                      <a:srgbClr val="A82465"/>
                    </a:gs>
                    <a:gs pos="0">
                      <a:srgbClr val="E31937"/>
                    </a:gs>
                    <a:gs pos="100000">
                      <a:srgbClr val="5236AB"/>
                    </a:gs>
                  </a:gsLst>
                  <a:lin ang="0" scaled="0"/>
                </a:gradFill>
              </a:rPr>
              <a:t>03</a:t>
            </a:r>
          </a:p>
        </p:txBody>
      </p:sp>
      <p:sp>
        <p:nvSpPr>
          <p:cNvPr id="12" name="ZoneTexte 14">
            <a:extLst>
              <a:ext uri="{FF2B5EF4-FFF2-40B4-BE49-F238E27FC236}">
                <a16:creationId xmlns:a16="http://schemas.microsoft.com/office/drawing/2014/main" id="{1E0FC10B-8966-A143-8719-F981CBC1A32D}"/>
              </a:ext>
            </a:extLst>
          </p:cNvPr>
          <p:cNvSpPr txBox="1"/>
          <p:nvPr/>
        </p:nvSpPr>
        <p:spPr>
          <a:xfrm>
            <a:off x="7633426" y="2295678"/>
            <a:ext cx="1549400" cy="1071155"/>
          </a:xfrm>
          <a:prstGeom prst="rect">
            <a:avLst/>
          </a:prstGeom>
        </p:spPr>
        <p:txBody>
          <a:bodyPr vert="horz" wrap="square" lIns="0" tIns="0" rIns="0" bIns="0" rtlCol="0" anchor="t" anchorCtr="0">
            <a:normAutofit/>
          </a:bodyPr>
          <a:lstStyle/>
          <a:p>
            <a:pPr algn="ctr"/>
            <a:r>
              <a:rPr lang="en-CA" sz="3600" dirty="0">
                <a:gradFill>
                  <a:gsLst>
                    <a:gs pos="60000">
                      <a:srgbClr val="A82465"/>
                    </a:gs>
                    <a:gs pos="0">
                      <a:srgbClr val="E31937"/>
                    </a:gs>
                    <a:gs pos="100000">
                      <a:srgbClr val="5236AB"/>
                    </a:gs>
                  </a:gsLst>
                  <a:lin ang="0" scaled="0"/>
                </a:gradFill>
              </a:rPr>
              <a:t>04</a:t>
            </a:r>
          </a:p>
        </p:txBody>
      </p:sp>
      <p:sp>
        <p:nvSpPr>
          <p:cNvPr id="13" name="ZoneTexte 15">
            <a:extLst>
              <a:ext uri="{FF2B5EF4-FFF2-40B4-BE49-F238E27FC236}">
                <a16:creationId xmlns:a16="http://schemas.microsoft.com/office/drawing/2014/main" id="{D679562B-C942-924D-95A8-2C6329F742EC}"/>
              </a:ext>
            </a:extLst>
          </p:cNvPr>
          <p:cNvSpPr txBox="1"/>
          <p:nvPr/>
        </p:nvSpPr>
        <p:spPr>
          <a:xfrm>
            <a:off x="9938476" y="2295678"/>
            <a:ext cx="1549400" cy="1071155"/>
          </a:xfrm>
          <a:prstGeom prst="rect">
            <a:avLst/>
          </a:prstGeom>
        </p:spPr>
        <p:txBody>
          <a:bodyPr vert="horz" wrap="square" lIns="0" tIns="0" rIns="0" bIns="0" rtlCol="0" anchor="t" anchorCtr="0">
            <a:normAutofit/>
          </a:bodyPr>
          <a:lstStyle/>
          <a:p>
            <a:pPr algn="ctr"/>
            <a:r>
              <a:rPr lang="en-CA" sz="3600" dirty="0">
                <a:gradFill>
                  <a:gsLst>
                    <a:gs pos="60000">
                      <a:srgbClr val="A82465"/>
                    </a:gs>
                    <a:gs pos="0">
                      <a:srgbClr val="E31937"/>
                    </a:gs>
                    <a:gs pos="100000">
                      <a:srgbClr val="5236AB"/>
                    </a:gs>
                  </a:gsLst>
                  <a:lin ang="0" scaled="0"/>
                </a:gradFill>
              </a:rPr>
              <a:t>05</a:t>
            </a:r>
          </a:p>
        </p:txBody>
      </p:sp>
    </p:spTree>
    <p:extLst>
      <p:ext uri="{BB962C8B-B14F-4D97-AF65-F5344CB8AC3E}">
        <p14:creationId xmlns:p14="http://schemas.microsoft.com/office/powerpoint/2010/main" val="42009880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3">
            <a:extLst>
              <a:ext uri="{FF2B5EF4-FFF2-40B4-BE49-F238E27FC236}">
                <a16:creationId xmlns:a16="http://schemas.microsoft.com/office/drawing/2014/main" id="{21CB5E72-570D-1241-B81B-97E6E25ADDCB}"/>
              </a:ext>
            </a:extLst>
          </p:cNvPr>
          <p:cNvSpPr>
            <a:spLocks noGrp="1"/>
          </p:cNvSpPr>
          <p:nvPr>
            <p:ph type="sldNum" sz="quarter" idx="4"/>
          </p:nvPr>
        </p:nvSpPr>
        <p:spPr/>
        <p:txBody>
          <a:bodyPr/>
          <a:lstStyle/>
          <a:p>
            <a:fld id="{525A3C56-E491-49B2-93F3-63532DF516BC}" type="slidenum">
              <a:rPr lang="en-CA" smtClean="0"/>
              <a:pPr/>
              <a:t>3</a:t>
            </a:fld>
            <a:endParaRPr lang="en-CA" dirty="0"/>
          </a:p>
        </p:txBody>
      </p:sp>
      <p:sp>
        <p:nvSpPr>
          <p:cNvPr id="4" name="Title 3"/>
          <p:cNvSpPr>
            <a:spLocks noGrp="1"/>
          </p:cNvSpPr>
          <p:nvPr>
            <p:ph type="title"/>
          </p:nvPr>
        </p:nvSpPr>
        <p:spPr>
          <a:xfrm>
            <a:off x="765737" y="683246"/>
            <a:ext cx="6363933" cy="681728"/>
          </a:xfrm>
        </p:spPr>
        <p:txBody>
          <a:bodyPr/>
          <a:lstStyle/>
          <a:p>
            <a:r>
              <a:rPr lang="en-CA" sz="3600" b="1" dirty="0"/>
              <a:t>Problem Statement</a:t>
            </a:r>
          </a:p>
        </p:txBody>
      </p:sp>
      <p:grpSp>
        <p:nvGrpSpPr>
          <p:cNvPr id="5" name="Group 4">
            <a:extLst>
              <a:ext uri="{FF2B5EF4-FFF2-40B4-BE49-F238E27FC236}">
                <a16:creationId xmlns:a16="http://schemas.microsoft.com/office/drawing/2014/main" id="{2B093C75-1AF4-486B-83FB-AFE7F229B117}"/>
              </a:ext>
            </a:extLst>
          </p:cNvPr>
          <p:cNvGrpSpPr/>
          <p:nvPr/>
        </p:nvGrpSpPr>
        <p:grpSpPr>
          <a:xfrm>
            <a:off x="174053" y="1542998"/>
            <a:ext cx="3120476" cy="3268931"/>
            <a:chOff x="339392" y="1653174"/>
            <a:chExt cx="3371218" cy="3681424"/>
          </a:xfrm>
        </p:grpSpPr>
        <p:pic>
          <p:nvPicPr>
            <p:cNvPr id="7" name="Picture 6" descr="3 Biggest Limitations of Magento Related Products Need Fixing">
              <a:extLst>
                <a:ext uri="{FF2B5EF4-FFF2-40B4-BE49-F238E27FC236}">
                  <a16:creationId xmlns:a16="http://schemas.microsoft.com/office/drawing/2014/main" id="{DD0DB302-F9C7-457C-8B84-C8187A8B72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392" y="1653174"/>
              <a:ext cx="3371218" cy="201767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68B7347-ED0D-4F5B-B071-859A4DE9D675}"/>
                </a:ext>
              </a:extLst>
            </p:cNvPr>
            <p:cNvSpPr txBox="1"/>
            <p:nvPr/>
          </p:nvSpPr>
          <p:spPr>
            <a:xfrm>
              <a:off x="339393" y="3670852"/>
              <a:ext cx="3261843" cy="1663746"/>
            </a:xfrm>
            <a:prstGeom prst="rect">
              <a:avLst/>
            </a:prstGeom>
            <a:noFill/>
          </p:spPr>
          <p:txBody>
            <a:bodyPr wrap="square" rtlCol="0">
              <a:spAutoFit/>
            </a:bodyPr>
            <a:lstStyle/>
            <a:p>
              <a:pPr algn="ctr"/>
              <a:r>
                <a:rPr lang="en-CA" b="1" dirty="0"/>
                <a:t>Current System Limitations</a:t>
              </a:r>
            </a:p>
            <a:p>
              <a:pPr algn="ctr"/>
              <a:r>
                <a:rPr lang="en-CA" dirty="0"/>
                <a:t>E-Commerce business looking for a digital solution to market and sell their product.</a:t>
              </a:r>
            </a:p>
            <a:p>
              <a:endParaRPr lang="en-US" dirty="0"/>
            </a:p>
          </p:txBody>
        </p:sp>
      </p:grpSp>
      <p:grpSp>
        <p:nvGrpSpPr>
          <p:cNvPr id="8" name="Group 7">
            <a:extLst>
              <a:ext uri="{FF2B5EF4-FFF2-40B4-BE49-F238E27FC236}">
                <a16:creationId xmlns:a16="http://schemas.microsoft.com/office/drawing/2014/main" id="{6694575A-A1FD-4019-8A5A-948C0D19D530}"/>
              </a:ext>
            </a:extLst>
          </p:cNvPr>
          <p:cNvGrpSpPr/>
          <p:nvPr/>
        </p:nvGrpSpPr>
        <p:grpSpPr>
          <a:xfrm>
            <a:off x="3504076" y="2237707"/>
            <a:ext cx="3120476" cy="3671116"/>
            <a:chOff x="4061408" y="2662013"/>
            <a:chExt cx="3381362" cy="3674890"/>
          </a:xfrm>
        </p:grpSpPr>
        <p:pic>
          <p:nvPicPr>
            <p:cNvPr id="2050" name="Picture 2" descr="Fight To The Top: Is Collaboration The New Competition?">
              <a:extLst>
                <a:ext uri="{FF2B5EF4-FFF2-40B4-BE49-F238E27FC236}">
                  <a16:creationId xmlns:a16="http://schemas.microsoft.com/office/drawing/2014/main" id="{B2A2A7D4-11BD-41E0-8483-FABB343AB4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71112" y="2662013"/>
              <a:ext cx="3271658" cy="192056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39B63AFD-505E-40CF-8A0D-30D29C5B6135}"/>
                </a:ext>
              </a:extLst>
            </p:cNvPr>
            <p:cNvSpPr txBox="1"/>
            <p:nvPr/>
          </p:nvSpPr>
          <p:spPr>
            <a:xfrm>
              <a:off x="4061408" y="4582577"/>
              <a:ext cx="3381362" cy="1754326"/>
            </a:xfrm>
            <a:prstGeom prst="rect">
              <a:avLst/>
            </a:prstGeom>
            <a:noFill/>
          </p:spPr>
          <p:txBody>
            <a:bodyPr wrap="square" rtlCol="0">
              <a:spAutoFit/>
            </a:bodyPr>
            <a:lstStyle/>
            <a:p>
              <a:pPr algn="ctr"/>
              <a:r>
                <a:rPr lang="en-CA" b="1" dirty="0"/>
                <a:t>Tight Competition</a:t>
              </a:r>
            </a:p>
            <a:p>
              <a:pPr algn="ctr"/>
              <a:r>
                <a:rPr lang="en-CA" dirty="0"/>
                <a:t>Most business that won’t keep pace will eventually lose out on customers and fall behind their competitors</a:t>
              </a:r>
            </a:p>
            <a:p>
              <a:pPr algn="ctr"/>
              <a:endParaRPr lang="en-US" dirty="0"/>
            </a:p>
          </p:txBody>
        </p:sp>
      </p:grpSp>
      <p:grpSp>
        <p:nvGrpSpPr>
          <p:cNvPr id="11" name="Group 10">
            <a:extLst>
              <a:ext uri="{FF2B5EF4-FFF2-40B4-BE49-F238E27FC236}">
                <a16:creationId xmlns:a16="http://schemas.microsoft.com/office/drawing/2014/main" id="{087F50B3-8187-450F-A33B-F7F8C54CA1B4}"/>
              </a:ext>
            </a:extLst>
          </p:cNvPr>
          <p:cNvGrpSpPr/>
          <p:nvPr/>
        </p:nvGrpSpPr>
        <p:grpSpPr>
          <a:xfrm>
            <a:off x="6732861" y="2664330"/>
            <a:ext cx="3494570" cy="3957495"/>
            <a:chOff x="7701143" y="3746754"/>
            <a:chExt cx="3889224" cy="4361868"/>
          </a:xfrm>
        </p:grpSpPr>
        <p:pic>
          <p:nvPicPr>
            <p:cNvPr id="2054" name="Picture 6" descr="88 Lost Revenue Stock Photos, Pictures &amp; Royalty-Free Images - iStock">
              <a:extLst>
                <a:ext uri="{FF2B5EF4-FFF2-40B4-BE49-F238E27FC236}">
                  <a16:creationId xmlns:a16="http://schemas.microsoft.com/office/drawing/2014/main" id="{5A0A01D6-E67B-4DD6-9A28-560FDC3D8D0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01143" y="3746754"/>
              <a:ext cx="3889224" cy="233353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C7E37C41-14A7-4022-BB35-435145231884}"/>
                </a:ext>
              </a:extLst>
            </p:cNvPr>
            <p:cNvSpPr txBox="1"/>
            <p:nvPr/>
          </p:nvSpPr>
          <p:spPr>
            <a:xfrm>
              <a:off x="7891322" y="5869738"/>
              <a:ext cx="3699045" cy="2238884"/>
            </a:xfrm>
            <a:prstGeom prst="rect">
              <a:avLst/>
            </a:prstGeom>
            <a:noFill/>
          </p:spPr>
          <p:txBody>
            <a:bodyPr wrap="square" rtlCol="0">
              <a:spAutoFit/>
            </a:bodyPr>
            <a:lstStyle/>
            <a:p>
              <a:pPr algn="ctr"/>
              <a:r>
                <a:rPr lang="en-CA" b="1" dirty="0"/>
                <a:t>Loss in revenue</a:t>
              </a:r>
            </a:p>
            <a:p>
              <a:pPr algn="ctr"/>
              <a:r>
                <a:rPr lang="en-CA" dirty="0"/>
                <a:t>Need to keep pace with digital transformation trends to maximize revenue and provide ease of shopping that keeps business competitive. </a:t>
              </a:r>
            </a:p>
            <a:p>
              <a:pPr algn="ctr"/>
              <a:endParaRPr lang="en-US" dirty="0"/>
            </a:p>
          </p:txBody>
        </p:sp>
      </p:grpSp>
    </p:spTree>
    <p:extLst>
      <p:ext uri="{BB962C8B-B14F-4D97-AF65-F5344CB8AC3E}">
        <p14:creationId xmlns:p14="http://schemas.microsoft.com/office/powerpoint/2010/main" val="231501992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D8915DC9-D253-DC48-ADEE-A24C501319AA}"/>
              </a:ext>
            </a:extLst>
          </p:cNvPr>
          <p:cNvSpPr>
            <a:spLocks noGrp="1"/>
          </p:cNvSpPr>
          <p:nvPr>
            <p:ph type="title"/>
          </p:nvPr>
        </p:nvSpPr>
        <p:spPr/>
        <p:txBody>
          <a:bodyPr>
            <a:normAutofit/>
          </a:bodyPr>
          <a:lstStyle/>
          <a:p>
            <a:r>
              <a:rPr lang="en-CA" sz="3600" b="1" dirty="0">
                <a:latin typeface="Calibri" panose="020F0502020204030204" pitchFamily="34" charset="0"/>
                <a:cs typeface="Calibri" panose="020F0502020204030204" pitchFamily="34" charset="0"/>
              </a:rPr>
              <a:t>Solution</a:t>
            </a:r>
            <a:br>
              <a:rPr lang="en-CA" dirty="0"/>
            </a:br>
            <a:endParaRPr lang="en-CA" dirty="0"/>
          </a:p>
        </p:txBody>
      </p:sp>
      <p:sp>
        <p:nvSpPr>
          <p:cNvPr id="5" name="Espace réservé du numéro de diapositive 2">
            <a:extLst>
              <a:ext uri="{FF2B5EF4-FFF2-40B4-BE49-F238E27FC236}">
                <a16:creationId xmlns:a16="http://schemas.microsoft.com/office/drawing/2014/main" id="{2DC9FD3B-E279-C240-9B66-4C6A7A3EC923}"/>
              </a:ext>
            </a:extLst>
          </p:cNvPr>
          <p:cNvSpPr>
            <a:spLocks noGrp="1"/>
          </p:cNvSpPr>
          <p:nvPr>
            <p:ph type="sldNum" sz="quarter" idx="4"/>
          </p:nvPr>
        </p:nvSpPr>
        <p:spPr>
          <a:xfrm>
            <a:off x="11163034" y="6264308"/>
            <a:ext cx="261660" cy="16920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5A3C56-E491-49B2-93F3-63532DF516BC}" type="slidenum">
              <a:rPr kumimoji="0" lang="en-CA" sz="1000" b="0" i="0" u="none" strike="noStrike" kern="1200" cap="none" spc="0" normalizeH="0" baseline="0" noProof="0" smtClean="0">
                <a:ln>
                  <a:noFill/>
                </a:ln>
                <a:solidFill>
                  <a:srgbClr val="FFFFFF"/>
                </a:solidFill>
                <a:effectLst/>
                <a:uLnTx/>
                <a:uFillTx/>
                <a:latin typeface="Arial"/>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CA" sz="1000" b="0" i="0" u="none" strike="noStrike" kern="1200" cap="none" spc="0" normalizeH="0" baseline="0" noProof="0" dirty="0">
              <a:ln>
                <a:noFill/>
              </a:ln>
              <a:solidFill>
                <a:srgbClr val="FFFFFF"/>
              </a:solidFill>
              <a:effectLst/>
              <a:uLnTx/>
              <a:uFillTx/>
              <a:latin typeface="Arial"/>
              <a:ea typeface="+mn-ea"/>
              <a:cs typeface="Arial" pitchFamily="34" charset="0"/>
            </a:endParaRPr>
          </a:p>
        </p:txBody>
      </p:sp>
      <p:sp>
        <p:nvSpPr>
          <p:cNvPr id="2" name="TextBox 1">
            <a:extLst>
              <a:ext uri="{FF2B5EF4-FFF2-40B4-BE49-F238E27FC236}">
                <a16:creationId xmlns:a16="http://schemas.microsoft.com/office/drawing/2014/main" id="{D25B4360-43E9-44D2-BDDD-EB1B334AD72F}"/>
              </a:ext>
            </a:extLst>
          </p:cNvPr>
          <p:cNvSpPr txBox="1"/>
          <p:nvPr/>
        </p:nvSpPr>
        <p:spPr>
          <a:xfrm>
            <a:off x="1319134" y="4422098"/>
            <a:ext cx="2831229" cy="1023152"/>
          </a:xfrm>
          <a:prstGeom prst="rect">
            <a:avLst/>
          </a:prstGeom>
        </p:spPr>
        <p:txBody>
          <a:bodyPr vert="horz" wrap="square" lIns="0" tIns="0" rIns="0" bIns="0" rtlCol="0" anchor="t" anchorCtr="0">
            <a:normAutofit/>
          </a:bodyPr>
          <a:lstStyle/>
          <a:p>
            <a:pPr algn="l"/>
            <a:endParaRPr lang="en-US" dirty="0"/>
          </a:p>
        </p:txBody>
      </p:sp>
      <p:sp>
        <p:nvSpPr>
          <p:cNvPr id="3" name="TextBox 2">
            <a:extLst>
              <a:ext uri="{FF2B5EF4-FFF2-40B4-BE49-F238E27FC236}">
                <a16:creationId xmlns:a16="http://schemas.microsoft.com/office/drawing/2014/main" id="{591330BD-5FE7-4671-ACCC-1AAA7E0151A3}"/>
              </a:ext>
            </a:extLst>
          </p:cNvPr>
          <p:cNvSpPr txBox="1"/>
          <p:nvPr/>
        </p:nvSpPr>
        <p:spPr>
          <a:xfrm>
            <a:off x="748799" y="4527030"/>
            <a:ext cx="3313535" cy="1499016"/>
          </a:xfrm>
          <a:prstGeom prst="rect">
            <a:avLst/>
          </a:prstGeom>
        </p:spPr>
        <p:txBody>
          <a:bodyPr vert="horz" wrap="square" lIns="0" tIns="0" rIns="0" bIns="0" rtlCol="0" anchor="t" anchorCtr="0">
            <a:normAutofit/>
          </a:bodyPr>
          <a:lstStyle/>
          <a:p>
            <a:pPr algn="l"/>
            <a:endParaRPr lang="en-US" dirty="0"/>
          </a:p>
        </p:txBody>
      </p:sp>
      <p:grpSp>
        <p:nvGrpSpPr>
          <p:cNvPr id="8" name="Group 7">
            <a:extLst>
              <a:ext uri="{FF2B5EF4-FFF2-40B4-BE49-F238E27FC236}">
                <a16:creationId xmlns:a16="http://schemas.microsoft.com/office/drawing/2014/main" id="{C19B2ED0-5DAA-4525-AFCF-6D644E59A941}"/>
              </a:ext>
            </a:extLst>
          </p:cNvPr>
          <p:cNvGrpSpPr/>
          <p:nvPr/>
        </p:nvGrpSpPr>
        <p:grpSpPr>
          <a:xfrm>
            <a:off x="80928" y="1580505"/>
            <a:ext cx="12030144" cy="3696033"/>
            <a:chOff x="840837" y="1580505"/>
            <a:chExt cx="11270235" cy="3696033"/>
          </a:xfrm>
        </p:grpSpPr>
        <p:pic>
          <p:nvPicPr>
            <p:cNvPr id="3074" name="Picture 2" descr="How to remove apps that are using up valuable space on your phone.">
              <a:extLst>
                <a:ext uri="{FF2B5EF4-FFF2-40B4-BE49-F238E27FC236}">
                  <a16:creationId xmlns:a16="http://schemas.microsoft.com/office/drawing/2014/main" id="{C33B25AB-F673-4C79-A952-86DC3CB2A5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1012" y="1580505"/>
              <a:ext cx="6600060" cy="369603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811F255-0D61-43BB-AF41-66F8836DC823}"/>
                </a:ext>
              </a:extLst>
            </p:cNvPr>
            <p:cNvSpPr txBox="1"/>
            <p:nvPr/>
          </p:nvSpPr>
          <p:spPr>
            <a:xfrm>
              <a:off x="840837" y="1749216"/>
              <a:ext cx="4670175" cy="3450105"/>
            </a:xfrm>
            <a:prstGeom prst="rect">
              <a:avLst/>
            </a:prstGeom>
          </p:spPr>
          <p:txBody>
            <a:bodyPr vert="horz" wrap="square" lIns="0" tIns="0" rIns="0" bIns="0" rtlCol="0" anchor="t" anchorCtr="0">
              <a:normAutofit/>
            </a:bodyPr>
            <a:lstStyle/>
            <a:p>
              <a:pPr marL="342900" indent="-342900">
                <a:buFont typeface="Arial" panose="020B0604020202020204" pitchFamily="34" charset="0"/>
                <a:buChar char="•"/>
              </a:pPr>
              <a:r>
                <a:rPr lang="en-CA" sz="2000" dirty="0">
                  <a:solidFill>
                    <a:schemeClr val="bg1"/>
                  </a:solidFill>
                  <a:latin typeface="Calibri" panose="020F0502020204030204" pitchFamily="34" charset="0"/>
                  <a:cs typeface="Calibri" panose="020F0502020204030204" pitchFamily="34" charset="0"/>
                </a:rPr>
                <a:t>Developed an e-commerce website called Phone Market App</a:t>
              </a:r>
            </a:p>
            <a:p>
              <a:pPr marL="342900" indent="-342900">
                <a:buFont typeface="Arial" panose="020B0604020202020204" pitchFamily="34" charset="0"/>
                <a:buChar char="•"/>
              </a:pPr>
              <a:endParaRPr lang="en-CA" sz="2000" dirty="0">
                <a:solidFill>
                  <a:schemeClr val="bg1"/>
                </a:solidFill>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CA" sz="2000" dirty="0">
                  <a:solidFill>
                    <a:schemeClr val="bg1"/>
                  </a:solidFill>
                  <a:latin typeface="Calibri" panose="020F0502020204030204" pitchFamily="34" charset="0"/>
                  <a:cs typeface="Calibri" panose="020F0502020204030204" pitchFamily="34" charset="0"/>
                </a:rPr>
                <a:t>A modern technological platform providing ease of business to customers</a:t>
              </a:r>
            </a:p>
            <a:p>
              <a:pPr marL="342900" indent="-342900">
                <a:buFont typeface="Arial" panose="020B0604020202020204" pitchFamily="34" charset="0"/>
                <a:buChar char="•"/>
              </a:pPr>
              <a:endParaRPr lang="en-CA" sz="2000" dirty="0">
                <a:solidFill>
                  <a:schemeClr val="bg1"/>
                </a:solidFill>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CA" sz="2000" dirty="0">
                  <a:solidFill>
                    <a:schemeClr val="bg1"/>
                  </a:solidFill>
                  <a:latin typeface="Calibri" panose="020F0502020204030204" pitchFamily="34" charset="0"/>
                  <a:cs typeface="Calibri" panose="020F0502020204030204" pitchFamily="34" charset="0"/>
                </a:rPr>
                <a:t>Customers can shop and monitor their orders from the comfort of their homes</a:t>
              </a:r>
            </a:p>
            <a:p>
              <a:pPr marL="342900" indent="-342900">
                <a:buFont typeface="Arial" panose="020B0604020202020204" pitchFamily="34" charset="0"/>
                <a:buChar char="•"/>
              </a:pPr>
              <a:endParaRPr lang="en-CA" sz="2000" dirty="0">
                <a:solidFill>
                  <a:schemeClr val="bg1"/>
                </a:solidFill>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CA" sz="2000" dirty="0">
                  <a:solidFill>
                    <a:schemeClr val="bg1"/>
                  </a:solidFill>
                  <a:latin typeface="Calibri" panose="020F0502020204030204" pitchFamily="34" charset="0"/>
                  <a:cs typeface="Calibri" panose="020F0502020204030204" pitchFamily="34" charset="0"/>
                </a:rPr>
                <a:t>Great tool making life easier especially in times of a pandemic</a:t>
              </a:r>
            </a:p>
            <a:p>
              <a:pPr algn="l"/>
              <a:endParaRPr lang="en-US" sz="2400" dirty="0">
                <a:solidFill>
                  <a:schemeClr val="bg1"/>
                </a:solidFill>
              </a:endParaRPr>
            </a:p>
          </p:txBody>
        </p:sp>
      </p:grpSp>
    </p:spTree>
    <p:extLst>
      <p:ext uri="{BB962C8B-B14F-4D97-AF65-F5344CB8AC3E}">
        <p14:creationId xmlns:p14="http://schemas.microsoft.com/office/powerpoint/2010/main" val="3106821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34406D5-566F-4E7F-A895-08D458FDC24D}"/>
              </a:ext>
            </a:extLst>
          </p:cNvPr>
          <p:cNvSpPr>
            <a:spLocks noGrp="1"/>
          </p:cNvSpPr>
          <p:nvPr>
            <p:ph type="sldNum" sz="quarter" idx="10"/>
          </p:nvPr>
        </p:nvSpPr>
        <p:spPr/>
        <p:txBody>
          <a:bodyPr/>
          <a:lstStyle/>
          <a:p>
            <a:fld id="{525A3C56-E491-49B2-93F3-63532DF516BC}" type="slidenum">
              <a:rPr lang="en-CA" smtClean="0"/>
              <a:pPr/>
              <a:t>5</a:t>
            </a:fld>
            <a:endParaRPr lang="en-CA" dirty="0"/>
          </a:p>
        </p:txBody>
      </p:sp>
      <p:sp>
        <p:nvSpPr>
          <p:cNvPr id="3" name="Title 2">
            <a:extLst>
              <a:ext uri="{FF2B5EF4-FFF2-40B4-BE49-F238E27FC236}">
                <a16:creationId xmlns:a16="http://schemas.microsoft.com/office/drawing/2014/main" id="{36D3B364-501C-4D56-8330-CAFCC1BDB6D2}"/>
              </a:ext>
            </a:extLst>
          </p:cNvPr>
          <p:cNvSpPr>
            <a:spLocks noGrp="1"/>
          </p:cNvSpPr>
          <p:nvPr>
            <p:ph type="title"/>
          </p:nvPr>
        </p:nvSpPr>
        <p:spPr/>
        <p:txBody>
          <a:bodyPr/>
          <a:lstStyle/>
          <a:p>
            <a:r>
              <a:rPr lang="en-CA" sz="3600" b="1" dirty="0">
                <a:latin typeface="Calibri" panose="020F0502020204030204" pitchFamily="34" charset="0"/>
                <a:cs typeface="Calibri" panose="020F0502020204030204" pitchFamily="34" charset="0"/>
              </a:rPr>
              <a:t>Behind the Scenes:</a:t>
            </a:r>
            <a:endParaRPr lang="en-US" sz="3600" b="1" dirty="0">
              <a:latin typeface="Calibri" panose="020F0502020204030204" pitchFamily="34" charset="0"/>
              <a:cs typeface="Calibri" panose="020F0502020204030204" pitchFamily="34" charset="0"/>
            </a:endParaRPr>
          </a:p>
        </p:txBody>
      </p:sp>
      <p:sp>
        <p:nvSpPr>
          <p:cNvPr id="4" name="Content Placeholder 3">
            <a:extLst>
              <a:ext uri="{FF2B5EF4-FFF2-40B4-BE49-F238E27FC236}">
                <a16:creationId xmlns:a16="http://schemas.microsoft.com/office/drawing/2014/main" id="{C9CBB0B4-0009-405D-BA34-220FB35B7F30}"/>
              </a:ext>
            </a:extLst>
          </p:cNvPr>
          <p:cNvSpPr>
            <a:spLocks noGrp="1"/>
          </p:cNvSpPr>
          <p:nvPr>
            <p:ph sz="quarter" idx="17"/>
          </p:nvPr>
        </p:nvSpPr>
        <p:spPr>
          <a:xfrm>
            <a:off x="6339399" y="4431454"/>
            <a:ext cx="4823635" cy="1594378"/>
          </a:xfrm>
        </p:spPr>
        <p:txBody>
          <a:bodyPr/>
          <a:lstStyle/>
          <a:p>
            <a:pPr marL="285750" indent="-285750">
              <a:buFont typeface="Arial" panose="020B0604020202020204" pitchFamily="34" charset="0"/>
              <a:buChar char="•"/>
            </a:pPr>
            <a:r>
              <a:rPr lang="en-CA" sz="2000" i="0" dirty="0">
                <a:latin typeface="Calibri" panose="020F0502020204030204" pitchFamily="34" charset="0"/>
                <a:cs typeface="Calibri" panose="020F0502020204030204" pitchFamily="34" charset="0"/>
              </a:rPr>
              <a:t>Version Control: Git, GitLab</a:t>
            </a:r>
          </a:p>
          <a:p>
            <a:pPr marL="285750" indent="-285750">
              <a:buFont typeface="Arial" panose="020B0604020202020204" pitchFamily="34" charset="0"/>
              <a:buChar char="•"/>
            </a:pPr>
            <a:r>
              <a:rPr lang="en-CA" sz="2000" i="0" dirty="0">
                <a:latin typeface="Calibri" panose="020F0502020204030204" pitchFamily="34" charset="0"/>
                <a:cs typeface="Calibri" panose="020F0502020204030204" pitchFamily="34" charset="0"/>
              </a:rPr>
              <a:t>Languages: C#, Typescript</a:t>
            </a:r>
          </a:p>
          <a:p>
            <a:pPr marL="285750" indent="-285750">
              <a:buFont typeface="Arial" panose="020B0604020202020204" pitchFamily="34" charset="0"/>
              <a:buChar char="•"/>
            </a:pPr>
            <a:r>
              <a:rPr lang="en-CA" sz="2000" i="0" dirty="0">
                <a:latin typeface="Calibri" panose="020F0502020204030204" pitchFamily="34" charset="0"/>
                <a:cs typeface="Calibri" panose="020F0502020204030204" pitchFamily="34" charset="0"/>
              </a:rPr>
              <a:t>Other Tools: Consul Service Discovery, Ocelot </a:t>
            </a:r>
            <a:r>
              <a:rPr lang="en-CA" sz="2000" i="0">
                <a:latin typeface="Calibri" panose="020F0502020204030204" pitchFamily="34" charset="0"/>
                <a:cs typeface="Calibri" panose="020F0502020204030204" pitchFamily="34" charset="0"/>
              </a:rPr>
              <a:t>API Gateway, JWT Token</a:t>
            </a:r>
            <a:endParaRPr lang="en-CA" sz="2000" i="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US" dirty="0"/>
          </a:p>
        </p:txBody>
      </p:sp>
      <p:pic>
        <p:nvPicPr>
          <p:cNvPr id="10" name="Content Placeholder 9">
            <a:extLst>
              <a:ext uri="{FF2B5EF4-FFF2-40B4-BE49-F238E27FC236}">
                <a16:creationId xmlns:a16="http://schemas.microsoft.com/office/drawing/2014/main" id="{19423A6A-7C6F-44B2-A748-7E5C10D4EE79}"/>
              </a:ext>
            </a:extLst>
          </p:cNvPr>
          <p:cNvPicPr>
            <a:picLocks noGrp="1" noChangeAspect="1"/>
          </p:cNvPicPr>
          <p:nvPr>
            <p:ph sz="quarter" idx="18"/>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66762" y="1638204"/>
            <a:ext cx="3060700" cy="1859873"/>
          </a:xfrm>
        </p:spPr>
      </p:pic>
      <p:sp>
        <p:nvSpPr>
          <p:cNvPr id="6" name="Content Placeholder 5">
            <a:extLst>
              <a:ext uri="{FF2B5EF4-FFF2-40B4-BE49-F238E27FC236}">
                <a16:creationId xmlns:a16="http://schemas.microsoft.com/office/drawing/2014/main" id="{C9F224DD-758B-4363-8E52-5B21DD7FDDA3}"/>
              </a:ext>
            </a:extLst>
          </p:cNvPr>
          <p:cNvSpPr>
            <a:spLocks noGrp="1"/>
          </p:cNvSpPr>
          <p:nvPr>
            <p:ph sz="quarter" idx="19"/>
          </p:nvPr>
        </p:nvSpPr>
        <p:spPr>
          <a:xfrm>
            <a:off x="1440452" y="4431454"/>
            <a:ext cx="4774019" cy="1594378"/>
          </a:xfrm>
        </p:spPr>
        <p:txBody>
          <a:bodyPr/>
          <a:lstStyle/>
          <a:p>
            <a:pPr marL="342900" indent="-342900">
              <a:buFont typeface="Arial" panose="020B0604020202020204" pitchFamily="34" charset="0"/>
              <a:buChar char="•"/>
            </a:pPr>
            <a:r>
              <a:rPr lang="en-CA" sz="2000" dirty="0">
                <a:latin typeface="Calibri" panose="020F0502020204030204" pitchFamily="34" charset="0"/>
                <a:cs typeface="Calibri" panose="020F0502020204030204" pitchFamily="34" charset="0"/>
              </a:rPr>
              <a:t>Frontend : Angular Framework</a:t>
            </a:r>
          </a:p>
          <a:p>
            <a:pPr marL="342900" indent="-342900">
              <a:buFont typeface="Arial" panose="020B0604020202020204" pitchFamily="34" charset="0"/>
              <a:buChar char="•"/>
            </a:pPr>
            <a:r>
              <a:rPr lang="en-CA" sz="2000" dirty="0">
                <a:latin typeface="Calibri" panose="020F0502020204030204" pitchFamily="34" charset="0"/>
                <a:cs typeface="Calibri" panose="020F0502020204030204" pitchFamily="34" charset="0"/>
              </a:rPr>
              <a:t>Backend: RESTful Web Services</a:t>
            </a:r>
          </a:p>
          <a:p>
            <a:pPr marL="342900" indent="-342900">
              <a:buFont typeface="Arial" panose="020B0604020202020204" pitchFamily="34" charset="0"/>
              <a:buChar char="•"/>
            </a:pPr>
            <a:r>
              <a:rPr lang="en-CA" sz="2000" dirty="0">
                <a:latin typeface="Calibri" panose="020F0502020204030204" pitchFamily="34" charset="0"/>
                <a:cs typeface="Calibri" panose="020F0502020204030204" pitchFamily="34" charset="0"/>
              </a:rPr>
              <a:t>Databases: MongoDB, SQL Server</a:t>
            </a:r>
          </a:p>
          <a:p>
            <a:pPr marL="342900" indent="-342900">
              <a:buFont typeface="Arial" panose="020B0604020202020204" pitchFamily="34" charset="0"/>
              <a:buChar char="•"/>
            </a:pPr>
            <a:r>
              <a:rPr lang="en-CA" sz="2000" dirty="0">
                <a:latin typeface="Calibri" panose="020F0502020204030204" pitchFamily="34" charset="0"/>
                <a:cs typeface="Calibri" panose="020F0502020204030204" pitchFamily="34" charset="0"/>
              </a:rPr>
              <a:t>Unit Test Framework: </a:t>
            </a:r>
            <a:r>
              <a:rPr lang="en-CA" sz="2000" dirty="0" err="1">
                <a:latin typeface="Calibri" panose="020F0502020204030204" pitchFamily="34" charset="0"/>
                <a:cs typeface="Calibri" panose="020F0502020204030204" pitchFamily="34" charset="0"/>
              </a:rPr>
              <a:t>NUnit</a:t>
            </a:r>
            <a:endParaRPr lang="en-US" sz="2000" dirty="0">
              <a:latin typeface="Calibri" panose="020F0502020204030204" pitchFamily="34" charset="0"/>
              <a:cs typeface="Calibri" panose="020F0502020204030204" pitchFamily="34" charset="0"/>
            </a:endParaRPr>
          </a:p>
        </p:txBody>
      </p:sp>
      <p:pic>
        <p:nvPicPr>
          <p:cNvPr id="12" name="Content Placeholder 11">
            <a:extLst>
              <a:ext uri="{FF2B5EF4-FFF2-40B4-BE49-F238E27FC236}">
                <a16:creationId xmlns:a16="http://schemas.microsoft.com/office/drawing/2014/main" id="{AE42F91B-45FB-4F5E-ADA3-20B6F8459473}"/>
              </a:ext>
            </a:extLst>
          </p:cNvPr>
          <p:cNvPicPr>
            <a:picLocks noGrp="1" noChangeAspect="1"/>
          </p:cNvPicPr>
          <p:nvPr>
            <p:ph sz="quarter" idx="20"/>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4583112" y="1629356"/>
            <a:ext cx="3025775" cy="1868719"/>
          </a:xfrm>
        </p:spPr>
      </p:pic>
      <p:pic>
        <p:nvPicPr>
          <p:cNvPr id="21" name="Content Placeholder 20">
            <a:extLst>
              <a:ext uri="{FF2B5EF4-FFF2-40B4-BE49-F238E27FC236}">
                <a16:creationId xmlns:a16="http://schemas.microsoft.com/office/drawing/2014/main" id="{F6926C03-9E1B-45BF-B378-34361EC5A1BA}"/>
              </a:ext>
            </a:extLst>
          </p:cNvPr>
          <p:cNvPicPr>
            <a:picLocks noGrp="1" noChangeAspect="1"/>
          </p:cNvPicPr>
          <p:nvPr>
            <p:ph sz="quarter" idx="21"/>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8400506" y="1629357"/>
            <a:ext cx="3024188" cy="1868719"/>
          </a:xfrm>
        </p:spPr>
      </p:pic>
    </p:spTree>
    <p:extLst>
      <p:ext uri="{BB962C8B-B14F-4D97-AF65-F5344CB8AC3E}">
        <p14:creationId xmlns:p14="http://schemas.microsoft.com/office/powerpoint/2010/main" val="5068042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D8915DC9-D253-DC48-ADEE-A24C501319AA}"/>
              </a:ext>
            </a:extLst>
          </p:cNvPr>
          <p:cNvSpPr>
            <a:spLocks noGrp="1"/>
          </p:cNvSpPr>
          <p:nvPr>
            <p:ph type="title"/>
          </p:nvPr>
        </p:nvSpPr>
        <p:spPr>
          <a:xfrm>
            <a:off x="2498120" y="244549"/>
            <a:ext cx="7195760" cy="665008"/>
          </a:xfrm>
        </p:spPr>
        <p:txBody>
          <a:bodyPr>
            <a:normAutofit fontScale="90000"/>
          </a:bodyPr>
          <a:lstStyle/>
          <a:p>
            <a:pPr algn="ctr"/>
            <a:r>
              <a:rPr lang="en-CA" sz="3600" b="1" dirty="0">
                <a:latin typeface="Calibri" panose="020F0502020204030204" pitchFamily="34" charset="0"/>
                <a:cs typeface="Calibri" panose="020F0502020204030204" pitchFamily="34" charset="0"/>
              </a:rPr>
              <a:t>Application Architecture</a:t>
            </a:r>
            <a:br>
              <a:rPr lang="en-CA" b="1" dirty="0"/>
            </a:br>
            <a:endParaRPr lang="en-CA" b="1" dirty="0"/>
          </a:p>
        </p:txBody>
      </p:sp>
      <p:sp>
        <p:nvSpPr>
          <p:cNvPr id="5" name="Espace réservé du numéro de diapositive 2">
            <a:extLst>
              <a:ext uri="{FF2B5EF4-FFF2-40B4-BE49-F238E27FC236}">
                <a16:creationId xmlns:a16="http://schemas.microsoft.com/office/drawing/2014/main" id="{2DC9FD3B-E279-C240-9B66-4C6A7A3EC923}"/>
              </a:ext>
            </a:extLst>
          </p:cNvPr>
          <p:cNvSpPr>
            <a:spLocks noGrp="1"/>
          </p:cNvSpPr>
          <p:nvPr>
            <p:ph type="sldNum" sz="quarter" idx="4"/>
          </p:nvPr>
        </p:nvSpPr>
        <p:spPr>
          <a:xfrm>
            <a:off x="11163034" y="6264308"/>
            <a:ext cx="261660" cy="16920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5A3C56-E491-49B2-93F3-63532DF516BC}" type="slidenum">
              <a:rPr kumimoji="0" lang="en-CA" sz="1000" b="0" i="0" u="none" strike="noStrike" kern="1200" cap="none" spc="0" normalizeH="0" baseline="0" noProof="0" smtClean="0">
                <a:ln>
                  <a:noFill/>
                </a:ln>
                <a:solidFill>
                  <a:srgbClr val="FFFFFF"/>
                </a:solidFill>
                <a:effectLst/>
                <a:uLnTx/>
                <a:uFillTx/>
                <a:latin typeface="Arial"/>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CA" sz="1000" b="0" i="0" u="none" strike="noStrike" kern="1200" cap="none" spc="0" normalizeH="0" baseline="0" noProof="0" dirty="0">
              <a:ln>
                <a:noFill/>
              </a:ln>
              <a:solidFill>
                <a:srgbClr val="FFFFFF"/>
              </a:solidFill>
              <a:effectLst/>
              <a:uLnTx/>
              <a:uFillTx/>
              <a:latin typeface="Arial"/>
              <a:ea typeface="+mn-ea"/>
              <a:cs typeface="Arial" pitchFamily="34" charset="0"/>
            </a:endParaRPr>
          </a:p>
        </p:txBody>
      </p:sp>
      <p:pic>
        <p:nvPicPr>
          <p:cNvPr id="2" name="Picture 1">
            <a:extLst>
              <a:ext uri="{FF2B5EF4-FFF2-40B4-BE49-F238E27FC236}">
                <a16:creationId xmlns:a16="http://schemas.microsoft.com/office/drawing/2014/main" id="{A9AD2CF9-9B87-40F4-898F-D8B6302A74C0}"/>
              </a:ext>
            </a:extLst>
          </p:cNvPr>
          <p:cNvPicPr>
            <a:picLocks noChangeAspect="1"/>
          </p:cNvPicPr>
          <p:nvPr/>
        </p:nvPicPr>
        <p:blipFill>
          <a:blip r:embed="rId3"/>
          <a:stretch>
            <a:fillRect/>
          </a:stretch>
        </p:blipFill>
        <p:spPr>
          <a:xfrm>
            <a:off x="1097125" y="909557"/>
            <a:ext cx="9997750" cy="5309208"/>
          </a:xfrm>
          <a:prstGeom prst="rect">
            <a:avLst/>
          </a:prstGeom>
        </p:spPr>
      </p:pic>
    </p:spTree>
    <p:extLst>
      <p:ext uri="{BB962C8B-B14F-4D97-AF65-F5344CB8AC3E}">
        <p14:creationId xmlns:p14="http://schemas.microsoft.com/office/powerpoint/2010/main" val="2068611735"/>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D8915DC9-D253-DC48-ADEE-A24C501319AA}"/>
              </a:ext>
            </a:extLst>
          </p:cNvPr>
          <p:cNvSpPr>
            <a:spLocks noGrp="1"/>
          </p:cNvSpPr>
          <p:nvPr>
            <p:ph type="title"/>
          </p:nvPr>
        </p:nvSpPr>
        <p:spPr>
          <a:xfrm>
            <a:off x="3051544" y="138223"/>
            <a:ext cx="6139363" cy="693106"/>
          </a:xfrm>
        </p:spPr>
        <p:txBody>
          <a:bodyPr>
            <a:normAutofit fontScale="90000"/>
          </a:bodyPr>
          <a:lstStyle/>
          <a:p>
            <a:pPr algn="ctr"/>
            <a:r>
              <a:rPr lang="en-CA" sz="4400" dirty="0"/>
              <a:t>App Demonstration</a:t>
            </a:r>
            <a:br>
              <a:rPr lang="en-CA" dirty="0"/>
            </a:br>
            <a:endParaRPr lang="en-CA" dirty="0"/>
          </a:p>
        </p:txBody>
      </p:sp>
      <p:sp>
        <p:nvSpPr>
          <p:cNvPr id="5" name="Espace réservé du numéro de diapositive 2">
            <a:extLst>
              <a:ext uri="{FF2B5EF4-FFF2-40B4-BE49-F238E27FC236}">
                <a16:creationId xmlns:a16="http://schemas.microsoft.com/office/drawing/2014/main" id="{2DC9FD3B-E279-C240-9B66-4C6A7A3EC923}"/>
              </a:ext>
            </a:extLst>
          </p:cNvPr>
          <p:cNvSpPr>
            <a:spLocks noGrp="1"/>
          </p:cNvSpPr>
          <p:nvPr>
            <p:ph type="sldNum" sz="quarter" idx="4"/>
          </p:nvPr>
        </p:nvSpPr>
        <p:spPr>
          <a:xfrm>
            <a:off x="11163034" y="6264308"/>
            <a:ext cx="261660" cy="16920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5A3C56-E491-49B2-93F3-63532DF516BC}" type="slidenum">
              <a:rPr kumimoji="0" lang="en-CA" sz="1000" b="0" i="0" u="none" strike="noStrike" kern="1200" cap="none" spc="0" normalizeH="0" baseline="0" noProof="0" smtClean="0">
                <a:ln>
                  <a:noFill/>
                </a:ln>
                <a:solidFill>
                  <a:srgbClr val="FFFFFF"/>
                </a:solidFill>
                <a:effectLst/>
                <a:uLnTx/>
                <a:uFillTx/>
                <a:latin typeface="Arial"/>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CA" sz="1000" b="0" i="0" u="none" strike="noStrike" kern="1200" cap="none" spc="0" normalizeH="0" baseline="0" noProof="0" dirty="0">
              <a:ln>
                <a:noFill/>
              </a:ln>
              <a:solidFill>
                <a:srgbClr val="FFFFFF"/>
              </a:solidFill>
              <a:effectLst/>
              <a:uLnTx/>
              <a:uFillTx/>
              <a:latin typeface="Arial"/>
              <a:ea typeface="+mn-ea"/>
              <a:cs typeface="Arial" pitchFamily="34" charset="0"/>
            </a:endParaRPr>
          </a:p>
        </p:txBody>
      </p:sp>
      <p:sp>
        <p:nvSpPr>
          <p:cNvPr id="2" name="TextBox 1">
            <a:extLst>
              <a:ext uri="{FF2B5EF4-FFF2-40B4-BE49-F238E27FC236}">
                <a16:creationId xmlns:a16="http://schemas.microsoft.com/office/drawing/2014/main" id="{FD67727A-4543-47B9-85E2-584964F230BF}"/>
              </a:ext>
            </a:extLst>
          </p:cNvPr>
          <p:cNvSpPr txBox="1"/>
          <p:nvPr/>
        </p:nvSpPr>
        <p:spPr>
          <a:xfrm>
            <a:off x="978194" y="1690577"/>
            <a:ext cx="9611833" cy="914400"/>
          </a:xfrm>
          <a:prstGeom prst="rect">
            <a:avLst/>
          </a:prstGeom>
        </p:spPr>
        <p:txBody>
          <a:bodyPr vert="horz" wrap="none" lIns="0" tIns="0" rIns="0" bIns="0" rtlCol="0" anchor="t" anchorCtr="0">
            <a:normAutofit/>
          </a:bodyPr>
          <a:lstStyle/>
          <a:p>
            <a:pPr algn="l"/>
            <a:endParaRPr lang="en-US" dirty="0"/>
          </a:p>
        </p:txBody>
      </p:sp>
      <p:sp>
        <p:nvSpPr>
          <p:cNvPr id="3" name="TextBox 2">
            <a:extLst>
              <a:ext uri="{FF2B5EF4-FFF2-40B4-BE49-F238E27FC236}">
                <a16:creationId xmlns:a16="http://schemas.microsoft.com/office/drawing/2014/main" id="{5F82F542-A19F-45EE-92E3-D8725F702820}"/>
              </a:ext>
            </a:extLst>
          </p:cNvPr>
          <p:cNvSpPr txBox="1"/>
          <p:nvPr/>
        </p:nvSpPr>
        <p:spPr>
          <a:xfrm>
            <a:off x="1795130" y="1275907"/>
            <a:ext cx="8601740" cy="829340"/>
          </a:xfrm>
          <a:prstGeom prst="rect">
            <a:avLst/>
          </a:prstGeom>
        </p:spPr>
        <p:txBody>
          <a:bodyPr vert="horz" wrap="none" lIns="0" tIns="0" rIns="0" bIns="0" rtlCol="0" anchor="t" anchorCtr="0">
            <a:noAutofit/>
          </a:bodyPr>
          <a:lstStyle/>
          <a:p>
            <a:pPr algn="ctr"/>
            <a:r>
              <a:rPr lang="en-CA" sz="3000" b="1" dirty="0">
                <a:solidFill>
                  <a:schemeClr val="bg1"/>
                </a:solidFill>
              </a:rPr>
              <a:t> </a:t>
            </a:r>
            <a:r>
              <a:rPr lang="en-CA" sz="3000" b="1" i="1" dirty="0">
                <a:solidFill>
                  <a:schemeClr val="bg1"/>
                </a:solidFill>
              </a:rPr>
              <a:t>Let’s have a look at actual stuff !!</a:t>
            </a:r>
            <a:endParaRPr lang="en-US" sz="3000" b="1" i="1" dirty="0">
              <a:solidFill>
                <a:schemeClr val="bg1"/>
              </a:solidFill>
            </a:endParaRPr>
          </a:p>
        </p:txBody>
      </p:sp>
      <p:pic>
        <p:nvPicPr>
          <p:cNvPr id="8" name="Picture 7">
            <a:extLst>
              <a:ext uri="{FF2B5EF4-FFF2-40B4-BE49-F238E27FC236}">
                <a16:creationId xmlns:a16="http://schemas.microsoft.com/office/drawing/2014/main" id="{34D907FF-F138-4332-83B3-70CCB8B5B426}"/>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3051544" y="2147777"/>
            <a:ext cx="6592185" cy="4572000"/>
          </a:xfrm>
          <a:prstGeom prst="rect">
            <a:avLst/>
          </a:prstGeom>
        </p:spPr>
      </p:pic>
      <p:sp>
        <p:nvSpPr>
          <p:cNvPr id="9" name="TextBox 8">
            <a:extLst>
              <a:ext uri="{FF2B5EF4-FFF2-40B4-BE49-F238E27FC236}">
                <a16:creationId xmlns:a16="http://schemas.microsoft.com/office/drawing/2014/main" id="{82749B2F-886E-448A-9608-D031B4ECB83B}"/>
              </a:ext>
            </a:extLst>
          </p:cNvPr>
          <p:cNvSpPr txBox="1"/>
          <p:nvPr/>
        </p:nvSpPr>
        <p:spPr>
          <a:xfrm>
            <a:off x="3941135" y="8719508"/>
            <a:ext cx="6096000" cy="138499"/>
          </a:xfrm>
          <a:prstGeom prst="rect">
            <a:avLst/>
          </a:prstGeom>
        </p:spPr>
        <p:txBody>
          <a:bodyPr vert="horz" wrap="square" lIns="0" tIns="0" rIns="0" bIns="0" rtlCol="0" anchor="t" anchorCtr="0">
            <a:spAutoFit/>
          </a:bodyPr>
          <a:lstStyle/>
          <a:p>
            <a:r>
              <a:rPr lang="en-US" sz="900">
                <a:hlinkClick r:id="rId4" tooltip="https://flickr.com/photos/rohdesign/3534506648"/>
              </a:rPr>
              <a:t>This Photo</a:t>
            </a:r>
            <a:r>
              <a:rPr lang="en-US" sz="900"/>
              <a:t> by Unknown Author is licensed under </a:t>
            </a:r>
            <a:r>
              <a:rPr lang="en-US" sz="900">
                <a:hlinkClick r:id="rId5" tooltip="https://creativecommons.org/licenses/by-nc-nd/3.0/"/>
              </a:rPr>
              <a:t>CC BY-NC-ND</a:t>
            </a:r>
            <a:endParaRPr lang="en-US" sz="900"/>
          </a:p>
        </p:txBody>
      </p:sp>
    </p:spTree>
    <p:extLst>
      <p:ext uri="{BB962C8B-B14F-4D97-AF65-F5344CB8AC3E}">
        <p14:creationId xmlns:p14="http://schemas.microsoft.com/office/powerpoint/2010/main" val="42326558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D03893E5-B5FE-461C-939D-0DE5716D5812}"/>
              </a:ext>
            </a:extLst>
          </p:cNvPr>
          <p:cNvSpPr>
            <a:spLocks noGrp="1"/>
          </p:cNvSpPr>
          <p:nvPr>
            <p:ph type="subTitle" idx="1"/>
          </p:nvPr>
        </p:nvSpPr>
        <p:spPr>
          <a:xfrm>
            <a:off x="668272" y="1963681"/>
            <a:ext cx="6119812" cy="3352597"/>
          </a:xfrm>
        </p:spPr>
        <p:txBody>
          <a:bodyPr/>
          <a:lstStyle/>
          <a:p>
            <a:pPr marL="342900" indent="-342900">
              <a:buFont typeface="Arial" panose="020B0604020202020204" pitchFamily="34" charset="0"/>
              <a:buChar char="•"/>
            </a:pPr>
            <a:r>
              <a:rPr lang="en-CA" sz="2000" dirty="0">
                <a:latin typeface="Calibri" panose="020F0502020204030204" pitchFamily="34" charset="0"/>
                <a:cs typeface="Calibri" panose="020F0502020204030204" pitchFamily="34" charset="0"/>
              </a:rPr>
              <a:t>Teamwork</a:t>
            </a:r>
          </a:p>
          <a:p>
            <a:pPr marL="342900" indent="-342900">
              <a:buFont typeface="Arial" panose="020B0604020202020204" pitchFamily="34" charset="0"/>
              <a:buChar char="•"/>
            </a:pPr>
            <a:endParaRPr lang="en-CA" sz="2000" dirty="0">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CA" sz="2000" dirty="0">
                <a:latin typeface="Calibri" panose="020F0502020204030204" pitchFamily="34" charset="0"/>
                <a:cs typeface="Calibri" panose="020F0502020204030204" pitchFamily="34" charset="0"/>
              </a:rPr>
              <a:t>Time Management</a:t>
            </a:r>
          </a:p>
          <a:p>
            <a:pPr marL="342900" indent="-342900">
              <a:buFont typeface="Arial" panose="020B0604020202020204" pitchFamily="34" charset="0"/>
              <a:buChar char="•"/>
            </a:pPr>
            <a:endParaRPr lang="en-CA" sz="2000" dirty="0">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CA" sz="2000" dirty="0">
                <a:latin typeface="Calibri" panose="020F0502020204030204" pitchFamily="34" charset="0"/>
                <a:cs typeface="Calibri" panose="020F0502020204030204" pitchFamily="34" charset="0"/>
              </a:rPr>
              <a:t>Organization</a:t>
            </a:r>
          </a:p>
          <a:p>
            <a:pPr marL="342900" indent="-342900">
              <a:buFont typeface="Arial" panose="020B0604020202020204" pitchFamily="34" charset="0"/>
              <a:buChar char="•"/>
            </a:pPr>
            <a:endParaRPr lang="en-CA" sz="2000" dirty="0">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CA" sz="2000" dirty="0">
                <a:latin typeface="Calibri" panose="020F0502020204030204" pitchFamily="34" charset="0"/>
                <a:cs typeface="Calibri" panose="020F0502020204030204" pitchFamily="34" charset="0"/>
              </a:rPr>
              <a:t>Problem Solving</a:t>
            </a:r>
          </a:p>
        </p:txBody>
      </p:sp>
      <p:sp>
        <p:nvSpPr>
          <p:cNvPr id="3" name="Title 2">
            <a:extLst>
              <a:ext uri="{FF2B5EF4-FFF2-40B4-BE49-F238E27FC236}">
                <a16:creationId xmlns:a16="http://schemas.microsoft.com/office/drawing/2014/main" id="{732AF391-4C2E-409A-BD6C-5D8769A53069}"/>
              </a:ext>
            </a:extLst>
          </p:cNvPr>
          <p:cNvSpPr>
            <a:spLocks noGrp="1"/>
          </p:cNvSpPr>
          <p:nvPr>
            <p:ph type="title"/>
          </p:nvPr>
        </p:nvSpPr>
        <p:spPr>
          <a:xfrm>
            <a:off x="748799" y="635964"/>
            <a:ext cx="6139363" cy="895124"/>
          </a:xfrm>
        </p:spPr>
        <p:txBody>
          <a:bodyPr/>
          <a:lstStyle/>
          <a:p>
            <a:r>
              <a:rPr lang="en-CA" sz="4000" dirty="0">
                <a:latin typeface="Calibri" panose="020F0502020204030204" pitchFamily="34" charset="0"/>
                <a:cs typeface="Calibri" panose="020F0502020204030204" pitchFamily="34" charset="0"/>
              </a:rPr>
              <a:t>Lessons Learned</a:t>
            </a:r>
            <a:endParaRPr lang="en-US" sz="4000" dirty="0">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442913AA-54E5-46C9-B93F-EAF4B560A9AA}"/>
              </a:ext>
            </a:extLst>
          </p:cNvPr>
          <p:cNvSpPr>
            <a:spLocks noGrp="1"/>
          </p:cNvSpPr>
          <p:nvPr>
            <p:ph type="sldNum" sz="quarter" idx="4"/>
          </p:nvPr>
        </p:nvSpPr>
        <p:spPr/>
        <p:txBody>
          <a:bodyPr/>
          <a:lstStyle/>
          <a:p>
            <a:fld id="{525A3C56-E491-49B2-93F3-63532DF516BC}" type="slidenum">
              <a:rPr lang="en-CA" smtClean="0"/>
              <a:pPr/>
              <a:t>8</a:t>
            </a:fld>
            <a:endParaRPr lang="en-CA" dirty="0"/>
          </a:p>
        </p:txBody>
      </p:sp>
    </p:spTree>
    <p:extLst>
      <p:ext uri="{BB962C8B-B14F-4D97-AF65-F5344CB8AC3E}">
        <p14:creationId xmlns:p14="http://schemas.microsoft.com/office/powerpoint/2010/main" val="33795020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3">
            <a:extLst>
              <a:ext uri="{FF2B5EF4-FFF2-40B4-BE49-F238E27FC236}">
                <a16:creationId xmlns:a16="http://schemas.microsoft.com/office/drawing/2014/main" id="{21CB5E72-570D-1241-B81B-97E6E25ADDCB}"/>
              </a:ext>
            </a:extLst>
          </p:cNvPr>
          <p:cNvSpPr>
            <a:spLocks noGrp="1"/>
          </p:cNvSpPr>
          <p:nvPr>
            <p:ph type="sldNum" sz="quarter" idx="4"/>
          </p:nvPr>
        </p:nvSpPr>
        <p:spPr/>
        <p:txBody>
          <a:bodyPr/>
          <a:lstStyle/>
          <a:p>
            <a:fld id="{525A3C56-E491-49B2-93F3-63532DF516BC}" type="slidenum">
              <a:rPr lang="en-CA" smtClean="0"/>
              <a:pPr/>
              <a:t>9</a:t>
            </a:fld>
            <a:endParaRPr lang="en-CA" dirty="0"/>
          </a:p>
        </p:txBody>
      </p:sp>
      <p:sp>
        <p:nvSpPr>
          <p:cNvPr id="4" name="Title 3"/>
          <p:cNvSpPr>
            <a:spLocks noGrp="1"/>
          </p:cNvSpPr>
          <p:nvPr>
            <p:ph type="title"/>
          </p:nvPr>
        </p:nvSpPr>
        <p:spPr>
          <a:xfrm>
            <a:off x="765737" y="643712"/>
            <a:ext cx="6108399" cy="531097"/>
          </a:xfrm>
        </p:spPr>
        <p:txBody>
          <a:bodyPr/>
          <a:lstStyle/>
          <a:p>
            <a:r>
              <a:rPr lang="en-CA" sz="4000" b="1" dirty="0">
                <a:latin typeface="Calibri" panose="020F0502020204030204" pitchFamily="34" charset="0"/>
                <a:cs typeface="Calibri" panose="020F0502020204030204" pitchFamily="34" charset="0"/>
              </a:rPr>
              <a:t>Questions?</a:t>
            </a:r>
          </a:p>
        </p:txBody>
      </p:sp>
      <p:pic>
        <p:nvPicPr>
          <p:cNvPr id="3" name="Content Placeholder 2">
            <a:extLst>
              <a:ext uri="{FF2B5EF4-FFF2-40B4-BE49-F238E27FC236}">
                <a16:creationId xmlns:a16="http://schemas.microsoft.com/office/drawing/2014/main" id="{30F22192-45D0-4508-9EB4-FBC9998EAA49}"/>
              </a:ext>
            </a:extLst>
          </p:cNvPr>
          <p:cNvPicPr>
            <a:picLocks noGrp="1" noChangeAspect="1"/>
          </p:cNvPicPr>
          <p:nvPr>
            <p:ph sz="quarter" idx="18"/>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65737" y="1637415"/>
            <a:ext cx="6554401" cy="4178595"/>
          </a:xfrm>
        </p:spPr>
      </p:pic>
    </p:spTree>
    <p:extLst>
      <p:ext uri="{BB962C8B-B14F-4D97-AF65-F5344CB8AC3E}">
        <p14:creationId xmlns:p14="http://schemas.microsoft.com/office/powerpoint/2010/main" val="2549966780"/>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E607E-9B9C-704D-8BD2-9A0FF1F870B5}"/>
              </a:ext>
            </a:extLst>
          </p:cNvPr>
          <p:cNvSpPr>
            <a:spLocks noGrp="1"/>
          </p:cNvSpPr>
          <p:nvPr>
            <p:ph type="title"/>
          </p:nvPr>
        </p:nvSpPr>
        <p:spPr>
          <a:xfrm>
            <a:off x="780697" y="2795368"/>
            <a:ext cx="6139363" cy="1267264"/>
          </a:xfrm>
        </p:spPr>
        <p:txBody>
          <a:bodyPr/>
          <a:lstStyle/>
          <a:p>
            <a:r>
              <a:rPr lang="en-CA" sz="6000" b="1" dirty="0"/>
              <a:t>Thank You !!</a:t>
            </a:r>
            <a:br>
              <a:rPr lang="en-CA" sz="6000" b="1" dirty="0"/>
            </a:br>
            <a:endParaRPr lang="en-CA" sz="6000" b="1" dirty="0"/>
          </a:p>
        </p:txBody>
      </p:sp>
      <p:sp>
        <p:nvSpPr>
          <p:cNvPr id="40" name="Espace réservé du numéro de diapositive 39">
            <a:extLst>
              <a:ext uri="{FF2B5EF4-FFF2-40B4-BE49-F238E27FC236}">
                <a16:creationId xmlns:a16="http://schemas.microsoft.com/office/drawing/2014/main" id="{589FEB7F-6C0F-6F44-9A6E-32EA47E56191}"/>
              </a:ext>
            </a:extLst>
          </p:cNvPr>
          <p:cNvSpPr>
            <a:spLocks noGrp="1"/>
          </p:cNvSpPr>
          <p:nvPr>
            <p:ph type="sldNum" sz="quarter" idx="4"/>
          </p:nvPr>
        </p:nvSpPr>
        <p:spPr/>
        <p:txBody>
          <a:bodyPr/>
          <a:lstStyle/>
          <a:p>
            <a:fld id="{525A3C56-E491-49B2-93F3-63532DF516BC}" type="slidenum">
              <a:rPr lang="en-CA" smtClean="0"/>
              <a:pPr/>
              <a:t>10</a:t>
            </a:fld>
            <a:endParaRPr lang="en-CA" dirty="0"/>
          </a:p>
        </p:txBody>
      </p:sp>
      <p:pic>
        <p:nvPicPr>
          <p:cNvPr id="4" name="Picture 3">
            <a:extLst>
              <a:ext uri="{FF2B5EF4-FFF2-40B4-BE49-F238E27FC236}">
                <a16:creationId xmlns:a16="http://schemas.microsoft.com/office/drawing/2014/main" id="{2F66DCBE-0B8F-4DF5-AF63-F9F73ED4AE14}"/>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6420165" y="1160508"/>
            <a:ext cx="4873699" cy="4010206"/>
          </a:xfrm>
          <a:prstGeom prst="rect">
            <a:avLst/>
          </a:prstGeom>
        </p:spPr>
      </p:pic>
    </p:spTree>
    <p:extLst>
      <p:ext uri="{BB962C8B-B14F-4D97-AF65-F5344CB8AC3E}">
        <p14:creationId xmlns:p14="http://schemas.microsoft.com/office/powerpoint/2010/main" val="27049873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GI Widescreen Beet">
  <a:themeElements>
    <a:clrScheme name="CGI">
      <a:dk1>
        <a:srgbClr val="000000"/>
      </a:dk1>
      <a:lt1>
        <a:srgbClr val="FFFFFF"/>
      </a:lt1>
      <a:dk2>
        <a:srgbClr val="991F3D"/>
      </a:dk2>
      <a:lt2>
        <a:srgbClr val="FFFFFF"/>
      </a:lt2>
      <a:accent1>
        <a:srgbClr val="E31937"/>
      </a:accent1>
      <a:accent2>
        <a:srgbClr val="FFCDD2"/>
      </a:accent2>
      <a:accent3>
        <a:srgbClr val="5236AB"/>
      </a:accent3>
      <a:accent4>
        <a:srgbClr val="A82465"/>
      </a:accent4>
      <a:accent5>
        <a:srgbClr val="FFC399"/>
      </a:accent5>
      <a:accent6>
        <a:srgbClr val="D2D2D2"/>
      </a:accent6>
      <a:hlink>
        <a:srgbClr val="5236AB"/>
      </a:hlink>
      <a:folHlink>
        <a:srgbClr val="5236AB"/>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9525" algn="ctr">
          <a:noFill/>
          <a:miter lim="800000"/>
          <a:headEnd/>
          <a:tailEnd/>
        </a:ln>
        <a:effectLst/>
      </a:spPr>
      <a:bodyPr lIns="63500" tIns="0" rIns="64800" bIns="0" rtlCol="0" anchor="ctr"/>
      <a:lstStyle>
        <a:defPPr algn="ctr">
          <a:spcBef>
            <a:spcPct val="0"/>
          </a:spcBef>
          <a:buClrTx/>
          <a:buSzPct val="90000"/>
          <a:defRPr sz="1600" b="1" dirty="0">
            <a:solidFill>
              <a:schemeClr val="bg1"/>
            </a:solidFill>
            <a:cs typeface="Arial" pitchFamily="34" charset="0"/>
          </a:defRPr>
        </a:defPPr>
      </a:lstStyle>
    </a:spDef>
    <a:lnDef>
      <a:spPr bwMode="gray">
        <a:noFill/>
        <a:ln w="12700">
          <a:solidFill>
            <a:schemeClr val="accent1"/>
          </a:solidFill>
          <a:round/>
          <a:headEnd/>
          <a:tailEnd/>
        </a:ln>
        <a:effectLst/>
      </a:spPr>
      <a:bodyPr/>
      <a:lstStyle/>
    </a:lnDef>
    <a:txDef>
      <a:spPr/>
      <a:bodyPr vert="horz" lIns="0" tIns="0" rIns="0" bIns="0" rtlCol="0" anchor="t" anchorCtr="0">
        <a:normAutofit/>
      </a:bodyPr>
      <a:lstStyle>
        <a:defPPr algn="l">
          <a:defRPr dirty="0" smtClean="0"/>
        </a:defPPr>
      </a:lstStyle>
    </a:txDef>
  </a:objectDefaults>
  <a:extraClrSchemeLst/>
  <a:custClrLst>
    <a:custClr name="White">
      <a:srgbClr val="FFFFFF"/>
    </a:custClr>
    <a:custClr name="White">
      <a:srgbClr val="FFFFFF"/>
    </a:custClr>
    <a:custClr name="R101 G10 B33">
      <a:srgbClr val="650A21"/>
    </a:custClr>
    <a:custClr name="White">
      <a:srgbClr val="FFFFFF"/>
    </a:custClr>
    <a:custClr name="R32 G10 B88">
      <a:srgbClr val="200A58"/>
    </a:custClr>
    <a:custClr name="White">
      <a:srgbClr val="FFFFFF"/>
    </a:custClr>
    <a:custClr name="White">
      <a:srgbClr val="FFFFFF"/>
    </a:custClr>
    <a:custClr name="White">
      <a:srgbClr val="FFFFFF"/>
    </a:custClr>
    <a:custClr name="White">
      <a:srgbClr val="FFFFFF"/>
    </a:custClr>
    <a:custClr name="White">
      <a:srgbClr val="FFFFFF"/>
    </a:custClr>
    <a:custClr name="CGI Orange">
      <a:srgbClr val="FF6A00"/>
    </a:custClr>
    <a:custClr name="CGI Red">
      <a:srgbClr val="E31937"/>
    </a:custClr>
    <a:custClr name="CGI Burgundy">
      <a:srgbClr val="991F3D"/>
    </a:custClr>
    <a:custClr name="CGI Magenta">
      <a:srgbClr val="A82465"/>
    </a:custClr>
    <a:custClr name="CGI Purple">
      <a:srgbClr val="5236AB"/>
    </a:custClr>
    <a:custClr name="Black">
      <a:srgbClr val="000000"/>
    </a:custClr>
    <a:custClr name="White">
      <a:srgbClr val="FFFFFF"/>
    </a:custClr>
    <a:custClr name="White">
      <a:srgbClr val="FFFFFF"/>
    </a:custClr>
    <a:custClr name="White">
      <a:srgbClr val="FFFFFF"/>
    </a:custClr>
    <a:custClr name="White">
      <a:srgbClr val="FFFFFF"/>
    </a:custClr>
    <a:custClr name="R255 G195 B153">
      <a:srgbClr val="FFC399"/>
    </a:custClr>
    <a:custClr name="CGI Peach">
      <a:srgbClr val="FFCDD2"/>
    </a:custClr>
    <a:custClr name="R214 G165 B177">
      <a:srgbClr val="D6A5B1"/>
    </a:custClr>
    <a:custClr name="R203 G124 B163">
      <a:srgbClr val="CB7CA3"/>
    </a:custClr>
    <a:custClr name="R203 G195 B230">
      <a:srgbClr val="CBC3E6"/>
    </a:custClr>
    <a:custClr name="R85 G85 B85">
      <a:srgbClr val="555555"/>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R179 G179 B1">
      <a:srgbClr val="B3B3B3"/>
    </a:custClr>
    <a:custClr name="White">
      <a:srgbClr val="FFFFFF"/>
    </a:custClr>
    <a:custClr name="White">
      <a:srgbClr val="FFFFFF"/>
    </a:custClr>
    <a:custClr name="White">
      <a:srgbClr val="FFFFFF"/>
    </a:custClr>
    <a:custClr name="White">
      <a:srgbClr val="FFFFFF"/>
    </a:custClr>
    <a:custClr name="CGI Red (Use these colors for heat maps only)">
      <a:srgbClr val="E31937"/>
    </a:custClr>
    <a:custClr name="R255 G172 B37  (Use these colors for heat maps only)">
      <a:srgbClr val="FFAC25"/>
    </a:custClr>
    <a:custClr name="R30 G93 B55  (Use these colors for heat maps only)">
      <a:srgbClr val="1E5D37"/>
    </a:custClr>
    <a:custClr name="White">
      <a:srgbClr val="FFFFFF"/>
    </a:custClr>
    <a:custClr name="White">
      <a:srgbClr val="FFFFFF"/>
    </a:custClr>
    <a:custClr name="R210 G210 B210">
      <a:srgbClr val="D2D2D2"/>
    </a:custClr>
    <a:custClr name="White">
      <a:srgbClr val="FFFFFF"/>
    </a:custClr>
    <a:custClr name="White">
      <a:srgbClr val="FFFFFF"/>
    </a:custClr>
    <a:custClr name="White">
      <a:srgbClr val="FFFFFF"/>
    </a:custClr>
    <a:custClr name="White">
      <a:srgbClr val="FFFFFF"/>
    </a:custClr>
  </a:custClrLst>
  <a:extLst>
    <a:ext uri="{05A4C25C-085E-4340-85A3-A5531E510DB2}">
      <thm15:themeFamily xmlns:thm15="http://schemas.microsoft.com/office/thememl/2012/main" name="Presentation2" id="{7496FB29-3CEF-A048-8C11-54EDC14D5A44}" vid="{F9F7EF9B-4597-EE4C-853B-A2806584303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1751</TotalTime>
  <Words>1016</Words>
  <Application>Microsoft Office PowerPoint</Application>
  <PresentationFormat>Widescreen</PresentationFormat>
  <Paragraphs>131</Paragraphs>
  <Slides>10</Slides>
  <Notes>9</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10</vt:i4>
      </vt:variant>
    </vt:vector>
  </HeadingPairs>
  <TitlesOfParts>
    <vt:vector size="18" baseType="lpstr">
      <vt:lpstr>Arial</vt:lpstr>
      <vt:lpstr>Calibri</vt:lpstr>
      <vt:lpstr>Calibri Light</vt:lpstr>
      <vt:lpstr>Courier New</vt:lpstr>
      <vt:lpstr>Verdana</vt:lpstr>
      <vt:lpstr>Wingdings</vt:lpstr>
      <vt:lpstr>Office Theme</vt:lpstr>
      <vt:lpstr>CGI Widescreen Beet</vt:lpstr>
      <vt:lpstr>PowerPoint Presentation</vt:lpstr>
      <vt:lpstr>Agenda</vt:lpstr>
      <vt:lpstr>Problem Statement</vt:lpstr>
      <vt:lpstr>Solution </vt:lpstr>
      <vt:lpstr>Behind the Scenes:</vt:lpstr>
      <vt:lpstr>Application Architecture </vt:lpstr>
      <vt:lpstr>App Demonstration </vt:lpstr>
      <vt:lpstr>Lessons Learned</vt:lpstr>
      <vt:lpstr>Questions?</vt:lpstr>
      <vt:lpstr>Thank You !!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Domingo, Arr Belrey L</dc:creator>
  <cp:lastModifiedBy>Domingo, Arr Belrey L</cp:lastModifiedBy>
  <cp:revision>107</cp:revision>
  <dcterms:created xsi:type="dcterms:W3CDTF">2022-04-09T05:37:53Z</dcterms:created>
  <dcterms:modified xsi:type="dcterms:W3CDTF">2022-04-14T15:32:33Z</dcterms:modified>
</cp:coreProperties>
</file>